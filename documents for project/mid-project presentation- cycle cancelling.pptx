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50"/>
  </p:notesMasterIdLst>
  <p:sldIdLst>
    <p:sldId id="359" r:id="rId3"/>
    <p:sldId id="257" r:id="rId4"/>
    <p:sldId id="259" r:id="rId5"/>
    <p:sldId id="361" r:id="rId6"/>
    <p:sldId id="306" r:id="rId7"/>
    <p:sldId id="362" r:id="rId8"/>
    <p:sldId id="364" r:id="rId9"/>
    <p:sldId id="367" r:id="rId10"/>
    <p:sldId id="404" r:id="rId11"/>
    <p:sldId id="405" r:id="rId12"/>
    <p:sldId id="366" r:id="rId13"/>
    <p:sldId id="307" r:id="rId14"/>
    <p:sldId id="368" r:id="rId15"/>
    <p:sldId id="370" r:id="rId16"/>
    <p:sldId id="371" r:id="rId17"/>
    <p:sldId id="376" r:id="rId18"/>
    <p:sldId id="372" r:id="rId19"/>
    <p:sldId id="373" r:id="rId20"/>
    <p:sldId id="374" r:id="rId21"/>
    <p:sldId id="375" r:id="rId22"/>
    <p:sldId id="382" r:id="rId23"/>
    <p:sldId id="381" r:id="rId24"/>
    <p:sldId id="383" r:id="rId25"/>
    <p:sldId id="384" r:id="rId26"/>
    <p:sldId id="385" r:id="rId27"/>
    <p:sldId id="386" r:id="rId28"/>
    <p:sldId id="388" r:id="rId29"/>
    <p:sldId id="389" r:id="rId30"/>
    <p:sldId id="390" r:id="rId31"/>
    <p:sldId id="391" r:id="rId32"/>
    <p:sldId id="392" r:id="rId33"/>
    <p:sldId id="393" r:id="rId34"/>
    <p:sldId id="394" r:id="rId35"/>
    <p:sldId id="395" r:id="rId36"/>
    <p:sldId id="396" r:id="rId37"/>
    <p:sldId id="397" r:id="rId38"/>
    <p:sldId id="398" r:id="rId39"/>
    <p:sldId id="399" r:id="rId40"/>
    <p:sldId id="400" r:id="rId41"/>
    <p:sldId id="401" r:id="rId42"/>
    <p:sldId id="403" r:id="rId43"/>
    <p:sldId id="341" r:id="rId44"/>
    <p:sldId id="377" r:id="rId45"/>
    <p:sldId id="378" r:id="rId46"/>
    <p:sldId id="344" r:id="rId47"/>
    <p:sldId id="360" r:id="rId48"/>
    <p:sldId id="322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6" autoAdjust="0"/>
    <p:restoredTop sz="90557" autoAdjust="0"/>
  </p:normalViewPr>
  <p:slideViewPr>
    <p:cSldViewPr snapToGrid="0">
      <p:cViewPr>
        <p:scale>
          <a:sx n="66" d="100"/>
          <a:sy n="66" d="100"/>
        </p:scale>
        <p:origin x="304" y="-1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fir Kabiri" userId="0cce55a5-9953-4b04-98ed-30e068d7c696" providerId="ADAL" clId="{B0F0180A-C743-4169-B2F5-17FCDE966BF3}"/>
    <pc:docChg chg="undo redo custSel addSld delSld modSld sldOrd">
      <pc:chgData name="Ofir Kabiri" userId="0cce55a5-9953-4b04-98ed-30e068d7c696" providerId="ADAL" clId="{B0F0180A-C743-4169-B2F5-17FCDE966BF3}" dt="2025-12-30T17:29:41.704" v="7425" actId="20577"/>
      <pc:docMkLst>
        <pc:docMk/>
      </pc:docMkLst>
      <pc:sldChg chg="addSp modSp mod modAnim">
        <pc:chgData name="Ofir Kabiri" userId="0cce55a5-9953-4b04-98ed-30e068d7c696" providerId="ADAL" clId="{B0F0180A-C743-4169-B2F5-17FCDE966BF3}" dt="2025-12-12T11:58:37.104" v="1611" actId="20577"/>
        <pc:sldMkLst>
          <pc:docMk/>
          <pc:sldMk cId="2763718359" sldId="257"/>
        </pc:sldMkLst>
        <pc:spChg chg="mod">
          <ac:chgData name="Ofir Kabiri" userId="0cce55a5-9953-4b04-98ed-30e068d7c696" providerId="ADAL" clId="{B0F0180A-C743-4169-B2F5-17FCDE966BF3}" dt="2025-12-12T11:58:37.104" v="1611" actId="20577"/>
          <ac:spMkLst>
            <pc:docMk/>
            <pc:sldMk cId="2763718359" sldId="257"/>
            <ac:spMk id="3" creationId="{ADA3EDD7-99E9-2E19-4A3A-01A806795C89}"/>
          </ac:spMkLst>
        </pc:spChg>
      </pc:sldChg>
      <pc:sldChg chg="modSp del mod">
        <pc:chgData name="Ofir Kabiri" userId="0cce55a5-9953-4b04-98ed-30e068d7c696" providerId="ADAL" clId="{B0F0180A-C743-4169-B2F5-17FCDE966BF3}" dt="2025-12-10T10:51:29.518" v="412" actId="2696"/>
        <pc:sldMkLst>
          <pc:docMk/>
          <pc:sldMk cId="3655542232" sldId="258"/>
        </pc:sldMkLst>
      </pc:sldChg>
      <pc:sldChg chg="addSp delSp modSp mod delAnim modAnim">
        <pc:chgData name="Ofir Kabiri" userId="0cce55a5-9953-4b04-98ed-30e068d7c696" providerId="ADAL" clId="{B0F0180A-C743-4169-B2F5-17FCDE966BF3}" dt="2025-12-12T11:58:50.749" v="1613" actId="20577"/>
        <pc:sldMkLst>
          <pc:docMk/>
          <pc:sldMk cId="1044526316" sldId="259"/>
        </pc:sldMkLst>
        <pc:spChg chg="mod">
          <ac:chgData name="Ofir Kabiri" userId="0cce55a5-9953-4b04-98ed-30e068d7c696" providerId="ADAL" clId="{B0F0180A-C743-4169-B2F5-17FCDE966BF3}" dt="2025-12-10T11:07:57.102" v="419" actId="20577"/>
          <ac:spMkLst>
            <pc:docMk/>
            <pc:sldMk cId="1044526316" sldId="259"/>
            <ac:spMk id="2" creationId="{14384323-E80D-8C61-73D9-FE0DD0D21E85}"/>
          </ac:spMkLst>
        </pc:spChg>
        <pc:spChg chg="add mod">
          <ac:chgData name="Ofir Kabiri" userId="0cce55a5-9953-4b04-98ed-30e068d7c696" providerId="ADAL" clId="{B0F0180A-C743-4169-B2F5-17FCDE966BF3}" dt="2025-12-12T11:58:50.749" v="1613" actId="20577"/>
          <ac:spMkLst>
            <pc:docMk/>
            <pc:sldMk cId="1044526316" sldId="259"/>
            <ac:spMk id="14" creationId="{2D2B788E-0E0E-F81C-8091-932F572911E2}"/>
          </ac:spMkLst>
        </pc:spChg>
      </pc:sldChg>
      <pc:sldChg chg="del">
        <pc:chgData name="Ofir Kabiri" userId="0cce55a5-9953-4b04-98ed-30e068d7c696" providerId="ADAL" clId="{B0F0180A-C743-4169-B2F5-17FCDE966BF3}" dt="2025-12-12T13:19:52.934" v="3925" actId="47"/>
        <pc:sldMkLst>
          <pc:docMk/>
          <pc:sldMk cId="873103722" sldId="262"/>
        </pc:sldMkLst>
      </pc:sldChg>
      <pc:sldChg chg="del">
        <pc:chgData name="Ofir Kabiri" userId="0cce55a5-9953-4b04-98ed-30e068d7c696" providerId="ADAL" clId="{B0F0180A-C743-4169-B2F5-17FCDE966BF3}" dt="2025-12-12T13:19:58.053" v="3926" actId="47"/>
        <pc:sldMkLst>
          <pc:docMk/>
          <pc:sldMk cId="2681419646" sldId="264"/>
        </pc:sldMkLst>
      </pc:sldChg>
      <pc:sldChg chg="del">
        <pc:chgData name="Ofir Kabiri" userId="0cce55a5-9953-4b04-98ed-30e068d7c696" providerId="ADAL" clId="{B0F0180A-C743-4169-B2F5-17FCDE966BF3}" dt="2025-12-12T13:20:19.840" v="3929" actId="47"/>
        <pc:sldMkLst>
          <pc:docMk/>
          <pc:sldMk cId="3198639815" sldId="270"/>
        </pc:sldMkLst>
      </pc:sldChg>
      <pc:sldChg chg="del">
        <pc:chgData name="Ofir Kabiri" userId="0cce55a5-9953-4b04-98ed-30e068d7c696" providerId="ADAL" clId="{B0F0180A-C743-4169-B2F5-17FCDE966BF3}" dt="2025-12-12T13:20:25.519" v="3931" actId="47"/>
        <pc:sldMkLst>
          <pc:docMk/>
          <pc:sldMk cId="3527559643" sldId="273"/>
        </pc:sldMkLst>
      </pc:sldChg>
      <pc:sldChg chg="del">
        <pc:chgData name="Ofir Kabiri" userId="0cce55a5-9953-4b04-98ed-30e068d7c696" providerId="ADAL" clId="{B0F0180A-C743-4169-B2F5-17FCDE966BF3}" dt="2025-12-12T13:20:45.220" v="3932" actId="47"/>
        <pc:sldMkLst>
          <pc:docMk/>
          <pc:sldMk cId="458746998" sldId="281"/>
        </pc:sldMkLst>
      </pc:sldChg>
      <pc:sldChg chg="del">
        <pc:chgData name="Ofir Kabiri" userId="0cce55a5-9953-4b04-98ed-30e068d7c696" providerId="ADAL" clId="{B0F0180A-C743-4169-B2F5-17FCDE966BF3}" dt="2025-12-12T13:20:45.220" v="3932" actId="47"/>
        <pc:sldMkLst>
          <pc:docMk/>
          <pc:sldMk cId="2737585807" sldId="282"/>
        </pc:sldMkLst>
      </pc:sldChg>
      <pc:sldChg chg="del">
        <pc:chgData name="Ofir Kabiri" userId="0cce55a5-9953-4b04-98ed-30e068d7c696" providerId="ADAL" clId="{B0F0180A-C743-4169-B2F5-17FCDE966BF3}" dt="2025-12-12T13:20:45.220" v="3932" actId="47"/>
        <pc:sldMkLst>
          <pc:docMk/>
          <pc:sldMk cId="3926015169" sldId="283"/>
        </pc:sldMkLst>
      </pc:sldChg>
      <pc:sldChg chg="del">
        <pc:chgData name="Ofir Kabiri" userId="0cce55a5-9953-4b04-98ed-30e068d7c696" providerId="ADAL" clId="{B0F0180A-C743-4169-B2F5-17FCDE966BF3}" dt="2025-12-12T13:20:45.220" v="3932" actId="47"/>
        <pc:sldMkLst>
          <pc:docMk/>
          <pc:sldMk cId="2034817162" sldId="284"/>
        </pc:sldMkLst>
      </pc:sldChg>
      <pc:sldChg chg="del">
        <pc:chgData name="Ofir Kabiri" userId="0cce55a5-9953-4b04-98ed-30e068d7c696" providerId="ADAL" clId="{B0F0180A-C743-4169-B2F5-17FCDE966BF3}" dt="2025-12-12T13:20:45.220" v="3932" actId="47"/>
        <pc:sldMkLst>
          <pc:docMk/>
          <pc:sldMk cId="523869984" sldId="287"/>
        </pc:sldMkLst>
      </pc:sldChg>
      <pc:sldChg chg="del">
        <pc:chgData name="Ofir Kabiri" userId="0cce55a5-9953-4b04-98ed-30e068d7c696" providerId="ADAL" clId="{B0F0180A-C743-4169-B2F5-17FCDE966BF3}" dt="2025-12-12T13:20:45.220" v="3932" actId="47"/>
        <pc:sldMkLst>
          <pc:docMk/>
          <pc:sldMk cId="2850320596" sldId="288"/>
        </pc:sldMkLst>
      </pc:sldChg>
      <pc:sldChg chg="del">
        <pc:chgData name="Ofir Kabiri" userId="0cce55a5-9953-4b04-98ed-30e068d7c696" providerId="ADAL" clId="{B0F0180A-C743-4169-B2F5-17FCDE966BF3}" dt="2025-12-12T13:20:45.220" v="3932" actId="47"/>
        <pc:sldMkLst>
          <pc:docMk/>
          <pc:sldMk cId="2794191194" sldId="296"/>
        </pc:sldMkLst>
      </pc:sldChg>
      <pc:sldChg chg="del">
        <pc:chgData name="Ofir Kabiri" userId="0cce55a5-9953-4b04-98ed-30e068d7c696" providerId="ADAL" clId="{B0F0180A-C743-4169-B2F5-17FCDE966BF3}" dt="2025-12-12T13:20:22.824" v="3930" actId="47"/>
        <pc:sldMkLst>
          <pc:docMk/>
          <pc:sldMk cId="4284674705" sldId="301"/>
        </pc:sldMkLst>
      </pc:sldChg>
      <pc:sldChg chg="addSp delSp modSp mod modAnim">
        <pc:chgData name="Ofir Kabiri" userId="0cce55a5-9953-4b04-98ed-30e068d7c696" providerId="ADAL" clId="{B0F0180A-C743-4169-B2F5-17FCDE966BF3}" dt="2025-12-17T17:47:48.943" v="5521"/>
        <pc:sldMkLst>
          <pc:docMk/>
          <pc:sldMk cId="2413600486" sldId="306"/>
        </pc:sldMkLst>
        <pc:spChg chg="mod">
          <ac:chgData name="Ofir Kabiri" userId="0cce55a5-9953-4b04-98ed-30e068d7c696" providerId="ADAL" clId="{B0F0180A-C743-4169-B2F5-17FCDE966BF3}" dt="2025-12-10T11:33:02.069" v="565" actId="20577"/>
          <ac:spMkLst>
            <pc:docMk/>
            <pc:sldMk cId="2413600486" sldId="306"/>
            <ac:spMk id="2" creationId="{BA1F6109-F8F6-F25C-F69A-D29BF056139B}"/>
          </ac:spMkLst>
        </pc:spChg>
        <pc:spChg chg="mod">
          <ac:chgData name="Ofir Kabiri" userId="0cce55a5-9953-4b04-98ed-30e068d7c696" providerId="ADAL" clId="{B0F0180A-C743-4169-B2F5-17FCDE966BF3}" dt="2025-12-12T11:58:57.459" v="1615" actId="20577"/>
          <ac:spMkLst>
            <pc:docMk/>
            <pc:sldMk cId="2413600486" sldId="306"/>
            <ac:spMk id="3" creationId="{C48222D3-5194-DBD6-A65C-AE5B0893437D}"/>
          </ac:spMkLst>
        </pc:spChg>
      </pc:sldChg>
      <pc:sldChg chg="modSp modAnim">
        <pc:chgData name="Ofir Kabiri" userId="0cce55a5-9953-4b04-98ed-30e068d7c696" providerId="ADAL" clId="{B0F0180A-C743-4169-B2F5-17FCDE966BF3}" dt="2025-12-17T12:57:27.583" v="4736"/>
        <pc:sldMkLst>
          <pc:docMk/>
          <pc:sldMk cId="3771949467" sldId="307"/>
        </pc:sldMkLst>
        <pc:spChg chg="mod">
          <ac:chgData name="Ofir Kabiri" userId="0cce55a5-9953-4b04-98ed-30e068d7c696" providerId="ADAL" clId="{B0F0180A-C743-4169-B2F5-17FCDE966BF3}" dt="2025-12-12T12:11:42.629" v="2002" actId="20577"/>
          <ac:spMkLst>
            <pc:docMk/>
            <pc:sldMk cId="3771949467" sldId="307"/>
            <ac:spMk id="2" creationId="{0E69D50B-9E8A-9AA6-E6B4-0CFAF1B4D79F}"/>
          </ac:spMkLst>
        </pc:spChg>
        <pc:spChg chg="mod">
          <ac:chgData name="Ofir Kabiri" userId="0cce55a5-9953-4b04-98ed-30e068d7c696" providerId="ADAL" clId="{B0F0180A-C743-4169-B2F5-17FCDE966BF3}" dt="2025-12-12T12:17:23.560" v="2062" actId="20577"/>
          <ac:spMkLst>
            <pc:docMk/>
            <pc:sldMk cId="3771949467" sldId="307"/>
            <ac:spMk id="5" creationId="{48B50562-6B95-B644-0454-53BFFC5571E0}"/>
          </ac:spMkLst>
        </pc:spChg>
      </pc:sldChg>
      <pc:sldChg chg="del">
        <pc:chgData name="Ofir Kabiri" userId="0cce55a5-9953-4b04-98ed-30e068d7c696" providerId="ADAL" clId="{B0F0180A-C743-4169-B2F5-17FCDE966BF3}" dt="2025-12-12T13:20:45.220" v="3932" actId="47"/>
        <pc:sldMkLst>
          <pc:docMk/>
          <pc:sldMk cId="387050989" sldId="308"/>
        </pc:sldMkLst>
      </pc:sldChg>
      <pc:sldChg chg="del">
        <pc:chgData name="Ofir Kabiri" userId="0cce55a5-9953-4b04-98ed-30e068d7c696" providerId="ADAL" clId="{B0F0180A-C743-4169-B2F5-17FCDE966BF3}" dt="2025-12-12T13:20:45.220" v="3932" actId="47"/>
        <pc:sldMkLst>
          <pc:docMk/>
          <pc:sldMk cId="454173674" sldId="309"/>
        </pc:sldMkLst>
      </pc:sldChg>
      <pc:sldChg chg="del">
        <pc:chgData name="Ofir Kabiri" userId="0cce55a5-9953-4b04-98ed-30e068d7c696" providerId="ADAL" clId="{B0F0180A-C743-4169-B2F5-17FCDE966BF3}" dt="2025-12-12T13:20:08.729" v="3927" actId="47"/>
        <pc:sldMkLst>
          <pc:docMk/>
          <pc:sldMk cId="4066229766" sldId="311"/>
        </pc:sldMkLst>
      </pc:sldChg>
      <pc:sldChg chg="del">
        <pc:chgData name="Ofir Kabiri" userId="0cce55a5-9953-4b04-98ed-30e068d7c696" providerId="ADAL" clId="{B0F0180A-C743-4169-B2F5-17FCDE966BF3}" dt="2025-12-12T13:20:16.331" v="3928" actId="47"/>
        <pc:sldMkLst>
          <pc:docMk/>
          <pc:sldMk cId="1285870378" sldId="312"/>
        </pc:sldMkLst>
      </pc:sldChg>
      <pc:sldChg chg="modSp mod">
        <pc:chgData name="Ofir Kabiri" userId="0cce55a5-9953-4b04-98ed-30e068d7c696" providerId="ADAL" clId="{B0F0180A-C743-4169-B2F5-17FCDE966BF3}" dt="2025-12-17T17:46:12.985" v="5498" actId="1076"/>
        <pc:sldMkLst>
          <pc:docMk/>
          <pc:sldMk cId="2118055076" sldId="322"/>
        </pc:sldMkLst>
        <pc:picChg chg="mod">
          <ac:chgData name="Ofir Kabiri" userId="0cce55a5-9953-4b04-98ed-30e068d7c696" providerId="ADAL" clId="{B0F0180A-C743-4169-B2F5-17FCDE966BF3}" dt="2025-12-17T17:46:12.985" v="5498" actId="1076"/>
          <ac:picMkLst>
            <pc:docMk/>
            <pc:sldMk cId="2118055076" sldId="322"/>
            <ac:picMk id="8" creationId="{B2E00DB2-6133-A412-ABEC-0CB394080620}"/>
          </ac:picMkLst>
        </pc:picChg>
      </pc:sldChg>
      <pc:sldChg chg="addSp delSp modSp del mod delAnim modAnim">
        <pc:chgData name="Ofir Kabiri" userId="0cce55a5-9953-4b04-98ed-30e068d7c696" providerId="ADAL" clId="{B0F0180A-C743-4169-B2F5-17FCDE966BF3}" dt="2025-12-17T20:20:42.604" v="7279" actId="47"/>
        <pc:sldMkLst>
          <pc:docMk/>
          <pc:sldMk cId="3108860010" sldId="325"/>
        </pc:sldMkLst>
      </pc:sldChg>
      <pc:sldChg chg="del">
        <pc:chgData name="Ofir Kabiri" userId="0cce55a5-9953-4b04-98ed-30e068d7c696" providerId="ADAL" clId="{B0F0180A-C743-4169-B2F5-17FCDE966BF3}" dt="2025-12-17T17:46:26.769" v="5499" actId="47"/>
        <pc:sldMkLst>
          <pc:docMk/>
          <pc:sldMk cId="2345905298" sldId="326"/>
        </pc:sldMkLst>
      </pc:sldChg>
      <pc:sldChg chg="del">
        <pc:chgData name="Ofir Kabiri" userId="0cce55a5-9953-4b04-98ed-30e068d7c696" providerId="ADAL" clId="{B0F0180A-C743-4169-B2F5-17FCDE966BF3}" dt="2025-12-12T13:35:01.476" v="4247" actId="47"/>
        <pc:sldMkLst>
          <pc:docMk/>
          <pc:sldMk cId="1786508176" sldId="331"/>
        </pc:sldMkLst>
      </pc:sldChg>
      <pc:sldChg chg="del">
        <pc:chgData name="Ofir Kabiri" userId="0cce55a5-9953-4b04-98ed-30e068d7c696" providerId="ADAL" clId="{B0F0180A-C743-4169-B2F5-17FCDE966BF3}" dt="2025-12-12T13:35:01.476" v="4247" actId="47"/>
        <pc:sldMkLst>
          <pc:docMk/>
          <pc:sldMk cId="1417665586" sldId="332"/>
        </pc:sldMkLst>
      </pc:sldChg>
      <pc:sldChg chg="del">
        <pc:chgData name="Ofir Kabiri" userId="0cce55a5-9953-4b04-98ed-30e068d7c696" providerId="ADAL" clId="{B0F0180A-C743-4169-B2F5-17FCDE966BF3}" dt="2025-12-12T13:35:01.476" v="4247" actId="47"/>
        <pc:sldMkLst>
          <pc:docMk/>
          <pc:sldMk cId="317432930" sldId="333"/>
        </pc:sldMkLst>
      </pc:sldChg>
      <pc:sldChg chg="del">
        <pc:chgData name="Ofir Kabiri" userId="0cce55a5-9953-4b04-98ed-30e068d7c696" providerId="ADAL" clId="{B0F0180A-C743-4169-B2F5-17FCDE966BF3}" dt="2025-12-12T13:35:01.476" v="4247" actId="47"/>
        <pc:sldMkLst>
          <pc:docMk/>
          <pc:sldMk cId="3258119089" sldId="334"/>
        </pc:sldMkLst>
      </pc:sldChg>
      <pc:sldChg chg="del">
        <pc:chgData name="Ofir Kabiri" userId="0cce55a5-9953-4b04-98ed-30e068d7c696" providerId="ADAL" clId="{B0F0180A-C743-4169-B2F5-17FCDE966BF3}" dt="2025-12-12T13:34:50.700" v="4246" actId="47"/>
        <pc:sldMkLst>
          <pc:docMk/>
          <pc:sldMk cId="3438566184" sldId="335"/>
        </pc:sldMkLst>
      </pc:sldChg>
      <pc:sldChg chg="del">
        <pc:chgData name="Ofir Kabiri" userId="0cce55a5-9953-4b04-98ed-30e068d7c696" providerId="ADAL" clId="{B0F0180A-C743-4169-B2F5-17FCDE966BF3}" dt="2025-12-12T13:34:50.700" v="4246" actId="47"/>
        <pc:sldMkLst>
          <pc:docMk/>
          <pc:sldMk cId="380674656" sldId="336"/>
        </pc:sldMkLst>
      </pc:sldChg>
      <pc:sldChg chg="del">
        <pc:chgData name="Ofir Kabiri" userId="0cce55a5-9953-4b04-98ed-30e068d7c696" providerId="ADAL" clId="{B0F0180A-C743-4169-B2F5-17FCDE966BF3}" dt="2025-12-12T13:34:45.588" v="4245" actId="47"/>
        <pc:sldMkLst>
          <pc:docMk/>
          <pc:sldMk cId="155819660" sldId="337"/>
        </pc:sldMkLst>
      </pc:sldChg>
      <pc:sldChg chg="del">
        <pc:chgData name="Ofir Kabiri" userId="0cce55a5-9953-4b04-98ed-30e068d7c696" providerId="ADAL" clId="{B0F0180A-C743-4169-B2F5-17FCDE966BF3}" dt="2025-12-12T13:34:45.588" v="4245" actId="47"/>
        <pc:sldMkLst>
          <pc:docMk/>
          <pc:sldMk cId="1241383619" sldId="338"/>
        </pc:sldMkLst>
      </pc:sldChg>
      <pc:sldChg chg="del">
        <pc:chgData name="Ofir Kabiri" userId="0cce55a5-9953-4b04-98ed-30e068d7c696" providerId="ADAL" clId="{B0F0180A-C743-4169-B2F5-17FCDE966BF3}" dt="2025-12-12T13:34:40.907" v="4244" actId="47"/>
        <pc:sldMkLst>
          <pc:docMk/>
          <pc:sldMk cId="2206326320" sldId="339"/>
        </pc:sldMkLst>
      </pc:sldChg>
      <pc:sldChg chg="del">
        <pc:chgData name="Ofir Kabiri" userId="0cce55a5-9953-4b04-98ed-30e068d7c696" providerId="ADAL" clId="{B0F0180A-C743-4169-B2F5-17FCDE966BF3}" dt="2025-12-12T13:34:40.907" v="4244" actId="47"/>
        <pc:sldMkLst>
          <pc:docMk/>
          <pc:sldMk cId="623190921" sldId="340"/>
        </pc:sldMkLst>
      </pc:sldChg>
      <pc:sldChg chg="modSp mod">
        <pc:chgData name="Ofir Kabiri" userId="0cce55a5-9953-4b04-98ed-30e068d7c696" providerId="ADAL" clId="{B0F0180A-C743-4169-B2F5-17FCDE966BF3}" dt="2025-12-17T20:24:23.905" v="7382" actId="20577"/>
        <pc:sldMkLst>
          <pc:docMk/>
          <pc:sldMk cId="3142508740" sldId="341"/>
        </pc:sldMkLst>
        <pc:spChg chg="mod">
          <ac:chgData name="Ofir Kabiri" userId="0cce55a5-9953-4b04-98ed-30e068d7c696" providerId="ADAL" clId="{B0F0180A-C743-4169-B2F5-17FCDE966BF3}" dt="2025-12-17T20:24:23.905" v="7382" actId="20577"/>
          <ac:spMkLst>
            <pc:docMk/>
            <pc:sldMk cId="3142508740" sldId="341"/>
            <ac:spMk id="2" creationId="{6A01DE2D-49D3-7E06-EABD-C5A974AE8ECA}"/>
          </ac:spMkLst>
        </pc:spChg>
      </pc:sldChg>
      <pc:sldChg chg="del">
        <pc:chgData name="Ofir Kabiri" userId="0cce55a5-9953-4b04-98ed-30e068d7c696" providerId="ADAL" clId="{B0F0180A-C743-4169-B2F5-17FCDE966BF3}" dt="2025-12-12T13:35:01.476" v="4247" actId="47"/>
        <pc:sldMkLst>
          <pc:docMk/>
          <pc:sldMk cId="2095810446" sldId="342"/>
        </pc:sldMkLst>
      </pc:sldChg>
      <pc:sldChg chg="addSp delSp modSp mod ord delAnim modAnim">
        <pc:chgData name="Ofir Kabiri" userId="0cce55a5-9953-4b04-98ed-30e068d7c696" providerId="ADAL" clId="{B0F0180A-C743-4169-B2F5-17FCDE966BF3}" dt="2025-12-17T20:22:49.117" v="7345" actId="20577"/>
        <pc:sldMkLst>
          <pc:docMk/>
          <pc:sldMk cId="2565970228" sldId="344"/>
        </pc:sldMkLst>
        <pc:spChg chg="mod">
          <ac:chgData name="Ofir Kabiri" userId="0cce55a5-9953-4b04-98ed-30e068d7c696" providerId="ADAL" clId="{B0F0180A-C743-4169-B2F5-17FCDE966BF3}" dt="2025-12-17T20:21:07.398" v="7280"/>
          <ac:spMkLst>
            <pc:docMk/>
            <pc:sldMk cId="2565970228" sldId="344"/>
            <ac:spMk id="2" creationId="{0C28FDCD-E023-6EE8-BCEE-D13690E35783}"/>
          </ac:spMkLst>
        </pc:spChg>
        <pc:spChg chg="add mod">
          <ac:chgData name="Ofir Kabiri" userId="0cce55a5-9953-4b04-98ed-30e068d7c696" providerId="ADAL" clId="{B0F0180A-C743-4169-B2F5-17FCDE966BF3}" dt="2025-12-17T20:22:49.117" v="7345" actId="20577"/>
          <ac:spMkLst>
            <pc:docMk/>
            <pc:sldMk cId="2565970228" sldId="344"/>
            <ac:spMk id="3" creationId="{605930E0-6FCB-1774-1CE7-4A0B9073F967}"/>
          </ac:spMkLst>
        </pc:spChg>
      </pc:sldChg>
      <pc:sldChg chg="del">
        <pc:chgData name="Ofir Kabiri" userId="0cce55a5-9953-4b04-98ed-30e068d7c696" providerId="ADAL" clId="{B0F0180A-C743-4169-B2F5-17FCDE966BF3}" dt="2025-12-12T13:34:50.700" v="4246" actId="47"/>
        <pc:sldMkLst>
          <pc:docMk/>
          <pc:sldMk cId="1887224109" sldId="346"/>
        </pc:sldMkLst>
      </pc:sldChg>
      <pc:sldChg chg="del">
        <pc:chgData name="Ofir Kabiri" userId="0cce55a5-9953-4b04-98ed-30e068d7c696" providerId="ADAL" clId="{B0F0180A-C743-4169-B2F5-17FCDE966BF3}" dt="2025-12-12T13:34:45.588" v="4245" actId="47"/>
        <pc:sldMkLst>
          <pc:docMk/>
          <pc:sldMk cId="3182048631" sldId="348"/>
        </pc:sldMkLst>
      </pc:sldChg>
      <pc:sldChg chg="del">
        <pc:chgData name="Ofir Kabiri" userId="0cce55a5-9953-4b04-98ed-30e068d7c696" providerId="ADAL" clId="{B0F0180A-C743-4169-B2F5-17FCDE966BF3}" dt="2025-12-12T13:34:40.907" v="4244" actId="47"/>
        <pc:sldMkLst>
          <pc:docMk/>
          <pc:sldMk cId="3125502289" sldId="350"/>
        </pc:sldMkLst>
      </pc:sldChg>
      <pc:sldChg chg="del">
        <pc:chgData name="Ofir Kabiri" userId="0cce55a5-9953-4b04-98ed-30e068d7c696" providerId="ADAL" clId="{B0F0180A-C743-4169-B2F5-17FCDE966BF3}" dt="2025-12-12T13:34:36.611" v="4243" actId="47"/>
        <pc:sldMkLst>
          <pc:docMk/>
          <pc:sldMk cId="2508488540" sldId="351"/>
        </pc:sldMkLst>
      </pc:sldChg>
      <pc:sldChg chg="del">
        <pc:chgData name="Ofir Kabiri" userId="0cce55a5-9953-4b04-98ed-30e068d7c696" providerId="ADAL" clId="{B0F0180A-C743-4169-B2F5-17FCDE966BF3}" dt="2025-12-12T13:34:36.611" v="4243" actId="47"/>
        <pc:sldMkLst>
          <pc:docMk/>
          <pc:sldMk cId="3461870542" sldId="352"/>
        </pc:sldMkLst>
      </pc:sldChg>
      <pc:sldChg chg="del">
        <pc:chgData name="Ofir Kabiri" userId="0cce55a5-9953-4b04-98ed-30e068d7c696" providerId="ADAL" clId="{B0F0180A-C743-4169-B2F5-17FCDE966BF3}" dt="2025-12-17T17:46:29.254" v="5500" actId="47"/>
        <pc:sldMkLst>
          <pc:docMk/>
          <pc:sldMk cId="2531156320" sldId="354"/>
        </pc:sldMkLst>
      </pc:sldChg>
      <pc:sldChg chg="del">
        <pc:chgData name="Ofir Kabiri" userId="0cce55a5-9953-4b04-98ed-30e068d7c696" providerId="ADAL" clId="{B0F0180A-C743-4169-B2F5-17FCDE966BF3}" dt="2025-12-12T13:34:36.611" v="4243" actId="47"/>
        <pc:sldMkLst>
          <pc:docMk/>
          <pc:sldMk cId="1954579927" sldId="358"/>
        </pc:sldMkLst>
      </pc:sldChg>
      <pc:sldChg chg="modSp modAnim">
        <pc:chgData name="Ofir Kabiri" userId="0cce55a5-9953-4b04-98ed-30e068d7c696" providerId="ADAL" clId="{B0F0180A-C743-4169-B2F5-17FCDE966BF3}" dt="2025-12-17T12:54:53.213" v="4724"/>
        <pc:sldMkLst>
          <pc:docMk/>
          <pc:sldMk cId="1610058466" sldId="359"/>
        </pc:sldMkLst>
        <pc:spChg chg="mod">
          <ac:chgData name="Ofir Kabiri" userId="0cce55a5-9953-4b04-98ed-30e068d7c696" providerId="ADAL" clId="{B0F0180A-C743-4169-B2F5-17FCDE966BF3}" dt="2025-12-10T10:32:46.489" v="17" actId="20577"/>
          <ac:spMkLst>
            <pc:docMk/>
            <pc:sldMk cId="1610058466" sldId="359"/>
            <ac:spMk id="2" creationId="{855CFA38-D5DB-FEB7-45F7-44647BDB8704}"/>
          </ac:spMkLst>
        </pc:spChg>
        <pc:spChg chg="mod">
          <ac:chgData name="Ofir Kabiri" userId="0cce55a5-9953-4b04-98ed-30e068d7c696" providerId="ADAL" clId="{B0F0180A-C743-4169-B2F5-17FCDE966BF3}" dt="2025-12-10T10:32:58.007" v="41" actId="20577"/>
          <ac:spMkLst>
            <pc:docMk/>
            <pc:sldMk cId="1610058466" sldId="359"/>
            <ac:spMk id="3" creationId="{D95C4E14-254C-D8BF-4715-91D07BF81C6A}"/>
          </ac:spMkLst>
        </pc:spChg>
        <pc:spChg chg="mod">
          <ac:chgData name="Ofir Kabiri" userId="0cce55a5-9953-4b04-98ed-30e068d7c696" providerId="ADAL" clId="{B0F0180A-C743-4169-B2F5-17FCDE966BF3}" dt="2025-12-10T10:33:20.256" v="61" actId="20577"/>
          <ac:spMkLst>
            <pc:docMk/>
            <pc:sldMk cId="1610058466" sldId="359"/>
            <ac:spMk id="8" creationId="{AAA75BD6-C277-7A27-940E-19820305070B}"/>
          </ac:spMkLst>
        </pc:spChg>
        <pc:spChg chg="mod">
          <ac:chgData name="Ofir Kabiri" userId="0cce55a5-9953-4b04-98ed-30e068d7c696" providerId="ADAL" clId="{B0F0180A-C743-4169-B2F5-17FCDE966BF3}" dt="2025-12-10T10:33:59.517" v="73" actId="20577"/>
          <ac:spMkLst>
            <pc:docMk/>
            <pc:sldMk cId="1610058466" sldId="359"/>
            <ac:spMk id="9" creationId="{12BC912A-45D9-D43F-B490-293F11233208}"/>
          </ac:spMkLst>
        </pc:spChg>
      </pc:sldChg>
      <pc:sldChg chg="modSp modAnim">
        <pc:chgData name="Ofir Kabiri" userId="0cce55a5-9953-4b04-98ed-30e068d7c696" providerId="ADAL" clId="{B0F0180A-C743-4169-B2F5-17FCDE966BF3}" dt="2025-12-28T09:22:18.181" v="7392" actId="20577"/>
        <pc:sldMkLst>
          <pc:docMk/>
          <pc:sldMk cId="3522048288" sldId="360"/>
        </pc:sldMkLst>
        <pc:spChg chg="mod">
          <ac:chgData name="Ofir Kabiri" userId="0cce55a5-9953-4b04-98ed-30e068d7c696" providerId="ADAL" clId="{B0F0180A-C743-4169-B2F5-17FCDE966BF3}" dt="2025-12-28T09:22:18.181" v="7392" actId="20577"/>
          <ac:spMkLst>
            <pc:docMk/>
            <pc:sldMk cId="3522048288" sldId="360"/>
            <ac:spMk id="2" creationId="{4376BBD9-943B-407D-331C-DC292AB5DF10}"/>
          </ac:spMkLst>
        </pc:spChg>
        <pc:spChg chg="mod">
          <ac:chgData name="Ofir Kabiri" userId="0cce55a5-9953-4b04-98ed-30e068d7c696" providerId="ADAL" clId="{B0F0180A-C743-4169-B2F5-17FCDE966BF3}" dt="2025-12-17T20:19:50.127" v="7278" actId="20577"/>
          <ac:spMkLst>
            <pc:docMk/>
            <pc:sldMk cId="3522048288" sldId="360"/>
            <ac:spMk id="3" creationId="{8D4792C7-8301-DC32-763C-AA8A9A349C09}"/>
          </ac:spMkLst>
        </pc:spChg>
      </pc:sldChg>
      <pc:sldChg chg="addSp delSp modSp add mod modAnim">
        <pc:chgData name="Ofir Kabiri" userId="0cce55a5-9953-4b04-98ed-30e068d7c696" providerId="ADAL" clId="{B0F0180A-C743-4169-B2F5-17FCDE966BF3}" dt="2025-12-17T12:55:16.611" v="4725"/>
        <pc:sldMkLst>
          <pc:docMk/>
          <pc:sldMk cId="1426139871" sldId="361"/>
        </pc:sldMkLst>
        <pc:spChg chg="add mod">
          <ac:chgData name="Ofir Kabiri" userId="0cce55a5-9953-4b04-98ed-30e068d7c696" providerId="ADAL" clId="{B0F0180A-C743-4169-B2F5-17FCDE966BF3}" dt="2025-12-10T11:17:47.629" v="525"/>
          <ac:spMkLst>
            <pc:docMk/>
            <pc:sldMk cId="1426139871" sldId="361"/>
            <ac:spMk id="15" creationId="{1BC04773-0885-B037-1671-2FB84861261F}"/>
          </ac:spMkLst>
        </pc:spChg>
        <pc:picChg chg="add mod modCrop">
          <ac:chgData name="Ofir Kabiri" userId="0cce55a5-9953-4b04-98ed-30e068d7c696" providerId="ADAL" clId="{B0F0180A-C743-4169-B2F5-17FCDE966BF3}" dt="2025-12-10T11:19:21.844" v="536" actId="1076"/>
          <ac:picMkLst>
            <pc:docMk/>
            <pc:sldMk cId="1426139871" sldId="361"/>
            <ac:picMk id="18" creationId="{855600F0-9FEB-D1D1-DDF9-CCABB136379D}"/>
          </ac:picMkLst>
        </pc:picChg>
      </pc:sldChg>
      <pc:sldChg chg="addSp modSp new del mod">
        <pc:chgData name="Ofir Kabiri" userId="0cce55a5-9953-4b04-98ed-30e068d7c696" providerId="ADAL" clId="{B0F0180A-C743-4169-B2F5-17FCDE966BF3}" dt="2025-12-10T10:37:47.979" v="143" actId="2696"/>
        <pc:sldMkLst>
          <pc:docMk/>
          <pc:sldMk cId="2070713136" sldId="361"/>
        </pc:sldMkLst>
      </pc:sldChg>
      <pc:sldChg chg="add del">
        <pc:chgData name="Ofir Kabiri" userId="0cce55a5-9953-4b04-98ed-30e068d7c696" providerId="ADAL" clId="{B0F0180A-C743-4169-B2F5-17FCDE966BF3}" dt="2025-12-10T11:13:52.986" v="515" actId="2696"/>
        <pc:sldMkLst>
          <pc:docMk/>
          <pc:sldMk cId="3487774518" sldId="362"/>
        </pc:sldMkLst>
      </pc:sldChg>
      <pc:sldChg chg="modSp add mod modAnim">
        <pc:chgData name="Ofir Kabiri" userId="0cce55a5-9953-4b04-98ed-30e068d7c696" providerId="ADAL" clId="{B0F0180A-C743-4169-B2F5-17FCDE966BF3}" dt="2025-12-17T12:55:47.243" v="4726"/>
        <pc:sldMkLst>
          <pc:docMk/>
          <pc:sldMk cId="3932145418" sldId="362"/>
        </pc:sldMkLst>
        <pc:spChg chg="mod">
          <ac:chgData name="Ofir Kabiri" userId="0cce55a5-9953-4b04-98ed-30e068d7c696" providerId="ADAL" clId="{B0F0180A-C743-4169-B2F5-17FCDE966BF3}" dt="2025-12-10T11:36:46.112" v="672" actId="20577"/>
          <ac:spMkLst>
            <pc:docMk/>
            <pc:sldMk cId="3932145418" sldId="362"/>
            <ac:spMk id="2" creationId="{3DF0A3AC-5F6A-22E6-5767-9A8390D10A5D}"/>
          </ac:spMkLst>
        </pc:spChg>
        <pc:spChg chg="mod">
          <ac:chgData name="Ofir Kabiri" userId="0cce55a5-9953-4b04-98ed-30e068d7c696" providerId="ADAL" clId="{B0F0180A-C743-4169-B2F5-17FCDE966BF3}" dt="2025-12-12T11:53:23.070" v="1525" actId="113"/>
          <ac:spMkLst>
            <pc:docMk/>
            <pc:sldMk cId="3932145418" sldId="362"/>
            <ac:spMk id="3" creationId="{3CBA430F-D44A-3A19-2D06-5B6FE6E8BBC6}"/>
          </ac:spMkLst>
        </pc:spChg>
      </pc:sldChg>
      <pc:sldChg chg="addSp modSp new del mod">
        <pc:chgData name="Ofir Kabiri" userId="0cce55a5-9953-4b04-98ed-30e068d7c696" providerId="ADAL" clId="{B0F0180A-C743-4169-B2F5-17FCDE966BF3}" dt="2025-12-12T11:58:14.592" v="1607" actId="2696"/>
        <pc:sldMkLst>
          <pc:docMk/>
          <pc:sldMk cId="1851591525" sldId="363"/>
        </pc:sldMkLst>
      </pc:sldChg>
      <pc:sldChg chg="new del">
        <pc:chgData name="Ofir Kabiri" userId="0cce55a5-9953-4b04-98ed-30e068d7c696" providerId="ADAL" clId="{B0F0180A-C743-4169-B2F5-17FCDE966BF3}" dt="2025-12-10T11:44:40.330" v="1180" actId="680"/>
        <pc:sldMkLst>
          <pc:docMk/>
          <pc:sldMk cId="114241549" sldId="364"/>
        </pc:sldMkLst>
      </pc:sldChg>
      <pc:sldChg chg="modSp add modAnim">
        <pc:chgData name="Ofir Kabiri" userId="0cce55a5-9953-4b04-98ed-30e068d7c696" providerId="ADAL" clId="{B0F0180A-C743-4169-B2F5-17FCDE966BF3}" dt="2025-12-17T17:48:15.767" v="5522"/>
        <pc:sldMkLst>
          <pc:docMk/>
          <pc:sldMk cId="1082467332" sldId="364"/>
        </pc:sldMkLst>
        <pc:spChg chg="mod">
          <ac:chgData name="Ofir Kabiri" userId="0cce55a5-9953-4b04-98ed-30e068d7c696" providerId="ADAL" clId="{B0F0180A-C743-4169-B2F5-17FCDE966BF3}" dt="2025-12-12T11:59:09.993" v="1616" actId="20577"/>
          <ac:spMkLst>
            <pc:docMk/>
            <pc:sldMk cId="1082467332" sldId="364"/>
            <ac:spMk id="3" creationId="{F27AD842-ABAB-7B59-03F2-82CDFFA93B6B}"/>
          </ac:spMkLst>
        </pc:spChg>
      </pc:sldChg>
      <pc:sldChg chg="modSp add del mod">
        <pc:chgData name="Ofir Kabiri" userId="0cce55a5-9953-4b04-98ed-30e068d7c696" providerId="ADAL" clId="{B0F0180A-C743-4169-B2F5-17FCDE966BF3}" dt="2025-12-12T12:06:24.796" v="1946" actId="47"/>
        <pc:sldMkLst>
          <pc:docMk/>
          <pc:sldMk cId="391802482" sldId="365"/>
        </pc:sldMkLst>
      </pc:sldChg>
      <pc:sldChg chg="modSp add mod modAnim">
        <pc:chgData name="Ofir Kabiri" userId="0cce55a5-9953-4b04-98ed-30e068d7c696" providerId="ADAL" clId="{B0F0180A-C743-4169-B2F5-17FCDE966BF3}" dt="2025-12-17T12:56:59.864" v="4734"/>
        <pc:sldMkLst>
          <pc:docMk/>
          <pc:sldMk cId="3818182447" sldId="366"/>
        </pc:sldMkLst>
        <pc:spChg chg="mod">
          <ac:chgData name="Ofir Kabiri" userId="0cce55a5-9953-4b04-98ed-30e068d7c696" providerId="ADAL" clId="{B0F0180A-C743-4169-B2F5-17FCDE966BF3}" dt="2025-12-12T11:59:30.695" v="1633" actId="20577"/>
          <ac:spMkLst>
            <pc:docMk/>
            <pc:sldMk cId="3818182447" sldId="366"/>
            <ac:spMk id="2" creationId="{05D8399D-1634-8613-5B47-06125E17298C}"/>
          </ac:spMkLst>
        </pc:spChg>
        <pc:spChg chg="mod">
          <ac:chgData name="Ofir Kabiri" userId="0cce55a5-9953-4b04-98ed-30e068d7c696" providerId="ADAL" clId="{B0F0180A-C743-4169-B2F5-17FCDE966BF3}" dt="2025-12-12T12:05:17.464" v="1935" actId="20577"/>
          <ac:spMkLst>
            <pc:docMk/>
            <pc:sldMk cId="3818182447" sldId="366"/>
            <ac:spMk id="3" creationId="{3CDE2DBA-B503-8455-A21A-2E1A080B1421}"/>
          </ac:spMkLst>
        </pc:spChg>
      </pc:sldChg>
      <pc:sldChg chg="modSp add mod modAnim">
        <pc:chgData name="Ofir Kabiri" userId="0cce55a5-9953-4b04-98ed-30e068d7c696" providerId="ADAL" clId="{B0F0180A-C743-4169-B2F5-17FCDE966BF3}" dt="2025-12-17T12:57:13.146" v="4735"/>
        <pc:sldMkLst>
          <pc:docMk/>
          <pc:sldMk cId="3834273468" sldId="367"/>
        </pc:sldMkLst>
        <pc:spChg chg="mod">
          <ac:chgData name="Ofir Kabiri" userId="0cce55a5-9953-4b04-98ed-30e068d7c696" providerId="ADAL" clId="{B0F0180A-C743-4169-B2F5-17FCDE966BF3}" dt="2025-12-12T12:06:31.529" v="1954" actId="20577"/>
          <ac:spMkLst>
            <pc:docMk/>
            <pc:sldMk cId="3834273468" sldId="367"/>
            <ac:spMk id="2" creationId="{9BABB8E3-18E8-DDF7-5CAE-10BFA90632FE}"/>
          </ac:spMkLst>
        </pc:spChg>
        <pc:spChg chg="mod">
          <ac:chgData name="Ofir Kabiri" userId="0cce55a5-9953-4b04-98ed-30e068d7c696" providerId="ADAL" clId="{B0F0180A-C743-4169-B2F5-17FCDE966BF3}" dt="2025-12-12T12:08:05.438" v="1974" actId="5793"/>
          <ac:spMkLst>
            <pc:docMk/>
            <pc:sldMk cId="3834273468" sldId="367"/>
            <ac:spMk id="3" creationId="{6293346F-8BE2-5425-0B89-812208FA68FF}"/>
          </ac:spMkLst>
        </pc:spChg>
      </pc:sldChg>
      <pc:sldChg chg="addSp delSp modSp add mod modAnim">
        <pc:chgData name="Ofir Kabiri" userId="0cce55a5-9953-4b04-98ed-30e068d7c696" providerId="ADAL" clId="{B0F0180A-C743-4169-B2F5-17FCDE966BF3}" dt="2025-12-17T12:57:51.994" v="4738"/>
        <pc:sldMkLst>
          <pc:docMk/>
          <pc:sldMk cId="1978253103" sldId="368"/>
        </pc:sldMkLst>
        <pc:spChg chg="mod">
          <ac:chgData name="Ofir Kabiri" userId="0cce55a5-9953-4b04-98ed-30e068d7c696" providerId="ADAL" clId="{B0F0180A-C743-4169-B2F5-17FCDE966BF3}" dt="2025-12-12T12:54:26.766" v="3014" actId="20577"/>
          <ac:spMkLst>
            <pc:docMk/>
            <pc:sldMk cId="1978253103" sldId="368"/>
            <ac:spMk id="5" creationId="{63A62BF6-1894-31F3-BC4F-1FA64C90A283}"/>
          </ac:spMkLst>
        </pc:spChg>
      </pc:sldChg>
      <pc:sldChg chg="addSp delSp modSp add del mod ord delAnim modAnim">
        <pc:chgData name="Ofir Kabiri" userId="0cce55a5-9953-4b04-98ed-30e068d7c696" providerId="ADAL" clId="{B0F0180A-C743-4169-B2F5-17FCDE966BF3}" dt="2025-12-17T17:50:01.737" v="5530" actId="47"/>
        <pc:sldMkLst>
          <pc:docMk/>
          <pc:sldMk cId="1139637232" sldId="369"/>
        </pc:sldMkLst>
      </pc:sldChg>
      <pc:sldChg chg="modSp add mod modAnim">
        <pc:chgData name="Ofir Kabiri" userId="0cce55a5-9953-4b04-98ed-30e068d7c696" providerId="ADAL" clId="{B0F0180A-C743-4169-B2F5-17FCDE966BF3}" dt="2025-12-17T12:58:16.168" v="4739"/>
        <pc:sldMkLst>
          <pc:docMk/>
          <pc:sldMk cId="868512586" sldId="370"/>
        </pc:sldMkLst>
        <pc:spChg chg="mod">
          <ac:chgData name="Ofir Kabiri" userId="0cce55a5-9953-4b04-98ed-30e068d7c696" providerId="ADAL" clId="{B0F0180A-C743-4169-B2F5-17FCDE966BF3}" dt="2025-12-12T12:54:29.952" v="3016" actId="20577"/>
          <ac:spMkLst>
            <pc:docMk/>
            <pc:sldMk cId="868512586" sldId="370"/>
            <ac:spMk id="5" creationId="{49C5E5F8-EC9B-A73D-41F3-A44FD89C7C7B}"/>
          </ac:spMkLst>
        </pc:spChg>
      </pc:sldChg>
      <pc:sldChg chg="addSp modSp add mod addAnim delAnim modAnim">
        <pc:chgData name="Ofir Kabiri" userId="0cce55a5-9953-4b04-98ed-30e068d7c696" providerId="ADAL" clId="{B0F0180A-C743-4169-B2F5-17FCDE966BF3}" dt="2025-12-17T20:22:44.217" v="7343"/>
        <pc:sldMkLst>
          <pc:docMk/>
          <pc:sldMk cId="982073718" sldId="371"/>
        </pc:sldMkLst>
        <pc:spChg chg="mod">
          <ac:chgData name="Ofir Kabiri" userId="0cce55a5-9953-4b04-98ed-30e068d7c696" providerId="ADAL" clId="{B0F0180A-C743-4169-B2F5-17FCDE966BF3}" dt="2025-12-12T13:33:17.159" v="4212" actId="20577"/>
          <ac:spMkLst>
            <pc:docMk/>
            <pc:sldMk cId="982073718" sldId="371"/>
            <ac:spMk id="5" creationId="{126E1CD9-DBFB-A54D-AF7B-0D697B6C7199}"/>
          </ac:spMkLst>
        </pc:spChg>
        <pc:picChg chg="add mod">
          <ac:chgData name="Ofir Kabiri" userId="0cce55a5-9953-4b04-98ed-30e068d7c696" providerId="ADAL" clId="{B0F0180A-C743-4169-B2F5-17FCDE966BF3}" dt="2025-12-12T13:33:24.962" v="4242" actId="1038"/>
          <ac:picMkLst>
            <pc:docMk/>
            <pc:sldMk cId="982073718" sldId="371"/>
            <ac:picMk id="4" creationId="{D6C085D6-A502-8B26-414C-7499AC8B76DF}"/>
          </ac:picMkLst>
        </pc:picChg>
      </pc:sldChg>
      <pc:sldChg chg="modSp add mod modAnim">
        <pc:chgData name="Ofir Kabiri" userId="0cce55a5-9953-4b04-98ed-30e068d7c696" providerId="ADAL" clId="{B0F0180A-C743-4169-B2F5-17FCDE966BF3}" dt="2025-12-17T17:49:32.837" v="5529" actId="20577"/>
        <pc:sldMkLst>
          <pc:docMk/>
          <pc:sldMk cId="4218281177" sldId="372"/>
        </pc:sldMkLst>
        <pc:spChg chg="mod">
          <ac:chgData name="Ofir Kabiri" userId="0cce55a5-9953-4b04-98ed-30e068d7c696" providerId="ADAL" clId="{B0F0180A-C743-4169-B2F5-17FCDE966BF3}" dt="2025-12-17T17:49:32.837" v="5529" actId="20577"/>
          <ac:spMkLst>
            <pc:docMk/>
            <pc:sldMk cId="4218281177" sldId="372"/>
            <ac:spMk id="5" creationId="{18219E59-123B-7797-B462-6144ACB6326D}"/>
          </ac:spMkLst>
        </pc:spChg>
      </pc:sldChg>
      <pc:sldChg chg="modSp add modAnim">
        <pc:chgData name="Ofir Kabiri" userId="0cce55a5-9953-4b04-98ed-30e068d7c696" providerId="ADAL" clId="{B0F0180A-C743-4169-B2F5-17FCDE966BF3}" dt="2025-12-17T17:49:20.190" v="5526" actId="115"/>
        <pc:sldMkLst>
          <pc:docMk/>
          <pc:sldMk cId="3526760071" sldId="373"/>
        </pc:sldMkLst>
        <pc:spChg chg="mod">
          <ac:chgData name="Ofir Kabiri" userId="0cce55a5-9953-4b04-98ed-30e068d7c696" providerId="ADAL" clId="{B0F0180A-C743-4169-B2F5-17FCDE966BF3}" dt="2025-12-17T17:49:20.190" v="5526" actId="115"/>
          <ac:spMkLst>
            <pc:docMk/>
            <pc:sldMk cId="3526760071" sldId="373"/>
            <ac:spMk id="5" creationId="{52091D66-B3BA-111F-8A0A-5072D52F70E4}"/>
          </ac:spMkLst>
        </pc:spChg>
      </pc:sldChg>
      <pc:sldChg chg="modSp add modAnim">
        <pc:chgData name="Ofir Kabiri" userId="0cce55a5-9953-4b04-98ed-30e068d7c696" providerId="ADAL" clId="{B0F0180A-C743-4169-B2F5-17FCDE966BF3}" dt="2025-12-17T17:49:23.561" v="5527" actId="115"/>
        <pc:sldMkLst>
          <pc:docMk/>
          <pc:sldMk cId="1388939588" sldId="374"/>
        </pc:sldMkLst>
        <pc:spChg chg="mod">
          <ac:chgData name="Ofir Kabiri" userId="0cce55a5-9953-4b04-98ed-30e068d7c696" providerId="ADAL" clId="{B0F0180A-C743-4169-B2F5-17FCDE966BF3}" dt="2025-12-17T17:49:23.561" v="5527" actId="115"/>
          <ac:spMkLst>
            <pc:docMk/>
            <pc:sldMk cId="1388939588" sldId="374"/>
            <ac:spMk id="5" creationId="{3E8300D5-FAF3-4DD4-FAF0-A851D6FB42F4}"/>
          </ac:spMkLst>
        </pc:spChg>
      </pc:sldChg>
      <pc:sldChg chg="modSp add modAnim">
        <pc:chgData name="Ofir Kabiri" userId="0cce55a5-9953-4b04-98ed-30e068d7c696" providerId="ADAL" clId="{B0F0180A-C743-4169-B2F5-17FCDE966BF3}" dt="2025-12-17T17:49:26.934" v="5528" actId="115"/>
        <pc:sldMkLst>
          <pc:docMk/>
          <pc:sldMk cId="1664644628" sldId="375"/>
        </pc:sldMkLst>
        <pc:spChg chg="mod">
          <ac:chgData name="Ofir Kabiri" userId="0cce55a5-9953-4b04-98ed-30e068d7c696" providerId="ADAL" clId="{B0F0180A-C743-4169-B2F5-17FCDE966BF3}" dt="2025-12-17T17:49:26.934" v="5528" actId="115"/>
          <ac:spMkLst>
            <pc:docMk/>
            <pc:sldMk cId="1664644628" sldId="375"/>
            <ac:spMk id="5" creationId="{D7803268-13D1-65C0-79B6-3889F0C0CABB}"/>
          </ac:spMkLst>
        </pc:spChg>
      </pc:sldChg>
      <pc:sldChg chg="modSp add modAnim">
        <pc:chgData name="Ofir Kabiri" userId="0cce55a5-9953-4b04-98ed-30e068d7c696" providerId="ADAL" clId="{B0F0180A-C743-4169-B2F5-17FCDE966BF3}" dt="2025-12-17T13:00:17.788" v="4752"/>
        <pc:sldMkLst>
          <pc:docMk/>
          <pc:sldMk cId="2504510261" sldId="376"/>
        </pc:sldMkLst>
        <pc:spChg chg="mod">
          <ac:chgData name="Ofir Kabiri" userId="0cce55a5-9953-4b04-98ed-30e068d7c696" providerId="ADAL" clId="{B0F0180A-C743-4169-B2F5-17FCDE966BF3}" dt="2025-12-12T13:31:31.242" v="4175" actId="20577"/>
          <ac:spMkLst>
            <pc:docMk/>
            <pc:sldMk cId="2504510261" sldId="376"/>
            <ac:spMk id="5" creationId="{E013E379-1940-CE0E-6D05-FF95E5CB6D5A}"/>
          </ac:spMkLst>
        </pc:spChg>
      </pc:sldChg>
      <pc:sldChg chg="modSp add mod modAnim">
        <pc:chgData name="Ofir Kabiri" userId="0cce55a5-9953-4b04-98ed-30e068d7c696" providerId="ADAL" clId="{B0F0180A-C743-4169-B2F5-17FCDE966BF3}" dt="2025-12-17T17:57:20.507" v="5584"/>
        <pc:sldMkLst>
          <pc:docMk/>
          <pc:sldMk cId="2989362003" sldId="377"/>
        </pc:sldMkLst>
        <pc:spChg chg="mod">
          <ac:chgData name="Ofir Kabiri" userId="0cce55a5-9953-4b04-98ed-30e068d7c696" providerId="ADAL" clId="{B0F0180A-C743-4169-B2F5-17FCDE966BF3}" dt="2025-12-12T13:36:04.646" v="4333" actId="20577"/>
          <ac:spMkLst>
            <pc:docMk/>
            <pc:sldMk cId="2989362003" sldId="377"/>
            <ac:spMk id="2" creationId="{FA901D20-EBD9-EFC5-2E6E-20FB27DD175B}"/>
          </ac:spMkLst>
        </pc:spChg>
        <pc:spChg chg="mod">
          <ac:chgData name="Ofir Kabiri" userId="0cce55a5-9953-4b04-98ed-30e068d7c696" providerId="ADAL" clId="{B0F0180A-C743-4169-B2F5-17FCDE966BF3}" dt="2025-12-12T13:42:06.014" v="4397" actId="20577"/>
          <ac:spMkLst>
            <pc:docMk/>
            <pc:sldMk cId="2989362003" sldId="377"/>
            <ac:spMk id="3" creationId="{F566B850-E1FA-C864-5F3A-8EA606051CB5}"/>
          </ac:spMkLst>
        </pc:spChg>
      </pc:sldChg>
      <pc:sldChg chg="modSp add mod modAnim">
        <pc:chgData name="Ofir Kabiri" userId="0cce55a5-9953-4b04-98ed-30e068d7c696" providerId="ADAL" clId="{B0F0180A-C743-4169-B2F5-17FCDE966BF3}" dt="2025-12-17T12:54:18.021" v="4719"/>
        <pc:sldMkLst>
          <pc:docMk/>
          <pc:sldMk cId="1274585784" sldId="378"/>
        </pc:sldMkLst>
        <pc:spChg chg="mod">
          <ac:chgData name="Ofir Kabiri" userId="0cce55a5-9953-4b04-98ed-30e068d7c696" providerId="ADAL" clId="{B0F0180A-C743-4169-B2F5-17FCDE966BF3}" dt="2025-12-12T13:47:36.645" v="4580" actId="5793"/>
          <ac:spMkLst>
            <pc:docMk/>
            <pc:sldMk cId="1274585784" sldId="378"/>
            <ac:spMk id="3" creationId="{DA4A147F-6947-EF26-F010-F176756A6B0F}"/>
          </ac:spMkLst>
        </pc:spChg>
      </pc:sldChg>
      <pc:sldChg chg="add del">
        <pc:chgData name="Ofir Kabiri" userId="0cce55a5-9953-4b04-98ed-30e068d7c696" providerId="ADAL" clId="{B0F0180A-C743-4169-B2F5-17FCDE966BF3}" dt="2025-12-17T16:54:25.506" v="5042" actId="47"/>
        <pc:sldMkLst>
          <pc:docMk/>
          <pc:sldMk cId="2490517776" sldId="379"/>
        </pc:sldMkLst>
      </pc:sldChg>
      <pc:sldChg chg="add del">
        <pc:chgData name="Ofir Kabiri" userId="0cce55a5-9953-4b04-98ed-30e068d7c696" providerId="ADAL" clId="{B0F0180A-C743-4169-B2F5-17FCDE966BF3}" dt="2025-12-17T17:45:13.220" v="5495" actId="47"/>
        <pc:sldMkLst>
          <pc:docMk/>
          <pc:sldMk cId="1124236115" sldId="380"/>
        </pc:sldMkLst>
      </pc:sldChg>
      <pc:sldChg chg="addSp delSp modSp add mod delAnim modAnim">
        <pc:chgData name="Ofir Kabiri" userId="0cce55a5-9953-4b04-98ed-30e068d7c696" providerId="ADAL" clId="{B0F0180A-C743-4169-B2F5-17FCDE966BF3}" dt="2025-12-17T17:51:31.871" v="5532"/>
        <pc:sldMkLst>
          <pc:docMk/>
          <pc:sldMk cId="895189376" sldId="381"/>
        </pc:sldMkLst>
        <pc:spChg chg="add mod">
          <ac:chgData name="Ofir Kabiri" userId="0cce55a5-9953-4b04-98ed-30e068d7c696" providerId="ADAL" clId="{B0F0180A-C743-4169-B2F5-17FCDE966BF3}" dt="2025-12-17T16:38:20.333" v="5003" actId="113"/>
          <ac:spMkLst>
            <pc:docMk/>
            <pc:sldMk cId="895189376" sldId="381"/>
            <ac:spMk id="9" creationId="{7896E33A-AF5D-5A84-9C31-2BC6BC39DA46}"/>
          </ac:spMkLst>
        </pc:spChg>
        <pc:picChg chg="add mod modCrop">
          <ac:chgData name="Ofir Kabiri" userId="0cce55a5-9953-4b04-98ed-30e068d7c696" providerId="ADAL" clId="{B0F0180A-C743-4169-B2F5-17FCDE966BF3}" dt="2025-12-17T16:37:31.610" v="4999" actId="1038"/>
          <ac:picMkLst>
            <pc:docMk/>
            <pc:sldMk cId="895189376" sldId="381"/>
            <ac:picMk id="8" creationId="{D1A2A740-9952-6F2F-0C33-E6ED21F923C6}"/>
          </ac:picMkLst>
        </pc:picChg>
      </pc:sldChg>
      <pc:sldChg chg="addSp delSp modSp add mod delAnim modAnim">
        <pc:chgData name="Ofir Kabiri" userId="0cce55a5-9953-4b04-98ed-30e068d7c696" providerId="ADAL" clId="{B0F0180A-C743-4169-B2F5-17FCDE966BF3}" dt="2025-12-17T17:50:26.043" v="5531"/>
        <pc:sldMkLst>
          <pc:docMk/>
          <pc:sldMk cId="133128867" sldId="382"/>
        </pc:sldMkLst>
        <pc:spChg chg="add mod">
          <ac:chgData name="Ofir Kabiri" userId="0cce55a5-9953-4b04-98ed-30e068d7c696" providerId="ADAL" clId="{B0F0180A-C743-4169-B2F5-17FCDE966BF3}" dt="2025-12-17T16:33:41.255" v="4953"/>
          <ac:spMkLst>
            <pc:docMk/>
            <pc:sldMk cId="133128867" sldId="382"/>
            <ac:spMk id="10" creationId="{94A90A3E-D74F-B212-6910-8C98DDADD9FC}"/>
          </ac:spMkLst>
        </pc:spChg>
        <pc:picChg chg="add mod modCrop">
          <ac:chgData name="Ofir Kabiri" userId="0cce55a5-9953-4b04-98ed-30e068d7c696" providerId="ADAL" clId="{B0F0180A-C743-4169-B2F5-17FCDE966BF3}" dt="2025-12-17T16:34:01.164" v="4971" actId="1035"/>
          <ac:picMkLst>
            <pc:docMk/>
            <pc:sldMk cId="133128867" sldId="382"/>
            <ac:picMk id="7" creationId="{ABCB65FD-1A40-6F43-D912-CD659CBAA077}"/>
          </ac:picMkLst>
        </pc:picChg>
      </pc:sldChg>
      <pc:sldChg chg="addSp delSp modSp add mod delAnim modAnim">
        <pc:chgData name="Ofir Kabiri" userId="0cce55a5-9953-4b04-98ed-30e068d7c696" providerId="ADAL" clId="{B0F0180A-C743-4169-B2F5-17FCDE966BF3}" dt="2025-12-17T17:51:35.518" v="5533"/>
        <pc:sldMkLst>
          <pc:docMk/>
          <pc:sldMk cId="1778590185" sldId="383"/>
        </pc:sldMkLst>
        <pc:spChg chg="add mod">
          <ac:chgData name="Ofir Kabiri" userId="0cce55a5-9953-4b04-98ed-30e068d7c696" providerId="ADAL" clId="{B0F0180A-C743-4169-B2F5-17FCDE966BF3}" dt="2025-12-17T17:13:18.586" v="5220"/>
          <ac:spMkLst>
            <pc:docMk/>
            <pc:sldMk cId="1778590185" sldId="383"/>
            <ac:spMk id="10" creationId="{7983785A-D7AF-FF56-2590-B20987028D26}"/>
          </ac:spMkLst>
        </pc:spChg>
        <pc:picChg chg="add mod modCrop">
          <ac:chgData name="Ofir Kabiri" userId="0cce55a5-9953-4b04-98ed-30e068d7c696" providerId="ADAL" clId="{B0F0180A-C743-4169-B2F5-17FCDE966BF3}" dt="2025-12-17T17:13:15.985" v="5218" actId="1076"/>
          <ac:picMkLst>
            <pc:docMk/>
            <pc:sldMk cId="1778590185" sldId="383"/>
            <ac:picMk id="7" creationId="{63E307FA-DFA7-3327-F1EC-B245247FAC59}"/>
          </ac:picMkLst>
        </pc:picChg>
      </pc:sldChg>
      <pc:sldChg chg="addSp delSp modSp add mod delAnim modAnim">
        <pc:chgData name="Ofir Kabiri" userId="0cce55a5-9953-4b04-98ed-30e068d7c696" providerId="ADAL" clId="{B0F0180A-C743-4169-B2F5-17FCDE966BF3}" dt="2025-12-17T17:51:41.271" v="5534"/>
        <pc:sldMkLst>
          <pc:docMk/>
          <pc:sldMk cId="3117612014" sldId="384"/>
        </pc:sldMkLst>
        <pc:spChg chg="add mod">
          <ac:chgData name="Ofir Kabiri" userId="0cce55a5-9953-4b04-98ed-30e068d7c696" providerId="ADAL" clId="{B0F0180A-C743-4169-B2F5-17FCDE966BF3}" dt="2025-12-17T17:14:16.639" v="5238"/>
          <ac:spMkLst>
            <pc:docMk/>
            <pc:sldMk cId="3117612014" sldId="384"/>
            <ac:spMk id="56" creationId="{321650CF-98F5-0054-B732-B54DF325C7D5}"/>
          </ac:spMkLst>
        </pc:spChg>
        <pc:picChg chg="add mod">
          <ac:chgData name="Ofir Kabiri" userId="0cce55a5-9953-4b04-98ed-30e068d7c696" providerId="ADAL" clId="{B0F0180A-C743-4169-B2F5-17FCDE966BF3}" dt="2025-12-17T17:14:13.861" v="5236" actId="1037"/>
          <ac:picMkLst>
            <pc:docMk/>
            <pc:sldMk cId="3117612014" sldId="384"/>
            <ac:picMk id="55" creationId="{F2982848-CC96-23C5-2A36-B3E0BF76745A}"/>
          </ac:picMkLst>
        </pc:picChg>
      </pc:sldChg>
      <pc:sldChg chg="addSp delSp modSp add mod addAnim delAnim modAnim">
        <pc:chgData name="Ofir Kabiri" userId="0cce55a5-9953-4b04-98ed-30e068d7c696" providerId="ADAL" clId="{B0F0180A-C743-4169-B2F5-17FCDE966BF3}" dt="2025-12-30T17:20:27.513" v="7399" actId="20577"/>
        <pc:sldMkLst>
          <pc:docMk/>
          <pc:sldMk cId="4117232868" sldId="385"/>
        </pc:sldMkLst>
        <pc:spChg chg="add mod">
          <ac:chgData name="Ofir Kabiri" userId="0cce55a5-9953-4b04-98ed-30e068d7c696" providerId="ADAL" clId="{B0F0180A-C743-4169-B2F5-17FCDE966BF3}" dt="2025-12-30T17:20:27.513" v="7399" actId="20577"/>
          <ac:spMkLst>
            <pc:docMk/>
            <pc:sldMk cId="4117232868" sldId="385"/>
            <ac:spMk id="11" creationId="{91FA0966-4753-8CFF-E9BB-002D4A5DDE1D}"/>
          </ac:spMkLst>
        </pc:spChg>
        <pc:spChg chg="add mod">
          <ac:chgData name="Ofir Kabiri" userId="0cce55a5-9953-4b04-98ed-30e068d7c696" providerId="ADAL" clId="{B0F0180A-C743-4169-B2F5-17FCDE966BF3}" dt="2025-12-17T17:15:17.525" v="5263"/>
          <ac:spMkLst>
            <pc:docMk/>
            <pc:sldMk cId="4117232868" sldId="385"/>
            <ac:spMk id="12" creationId="{E7657AC2-0DE4-5CA2-CE0E-A743B1BC5DB0}"/>
          </ac:spMkLst>
        </pc:spChg>
        <pc:picChg chg="add mod modCrop">
          <ac:chgData name="Ofir Kabiri" userId="0cce55a5-9953-4b04-98ed-30e068d7c696" providerId="ADAL" clId="{B0F0180A-C743-4169-B2F5-17FCDE966BF3}" dt="2025-12-17T17:15:07.612" v="5259" actId="1076"/>
          <ac:picMkLst>
            <pc:docMk/>
            <pc:sldMk cId="4117232868" sldId="385"/>
            <ac:picMk id="10" creationId="{EAD2BF9C-7377-3BA7-640A-9FF4D9395903}"/>
          </ac:picMkLst>
        </pc:picChg>
      </pc:sldChg>
      <pc:sldChg chg="addSp delSp modSp add mod delAnim modAnim">
        <pc:chgData name="Ofir Kabiri" userId="0cce55a5-9953-4b04-98ed-30e068d7c696" providerId="ADAL" clId="{B0F0180A-C743-4169-B2F5-17FCDE966BF3}" dt="2025-12-17T17:52:30.580" v="5540"/>
        <pc:sldMkLst>
          <pc:docMk/>
          <pc:sldMk cId="521921711" sldId="386"/>
        </pc:sldMkLst>
        <pc:spChg chg="add mod">
          <ac:chgData name="Ofir Kabiri" userId="0cce55a5-9953-4b04-98ed-30e068d7c696" providerId="ADAL" clId="{B0F0180A-C743-4169-B2F5-17FCDE966BF3}" dt="2025-12-17T17:02:18.206" v="5106"/>
          <ac:spMkLst>
            <pc:docMk/>
            <pc:sldMk cId="521921711" sldId="386"/>
            <ac:spMk id="6" creationId="{5A35C028-B0B0-6CA3-46A6-69E1827D0ABA}"/>
          </ac:spMkLst>
        </pc:spChg>
        <pc:spChg chg="add mod">
          <ac:chgData name="Ofir Kabiri" userId="0cce55a5-9953-4b04-98ed-30e068d7c696" providerId="ADAL" clId="{B0F0180A-C743-4169-B2F5-17FCDE966BF3}" dt="2025-12-17T17:02:45.955" v="5125" actId="1076"/>
          <ac:spMkLst>
            <pc:docMk/>
            <pc:sldMk cId="521921711" sldId="386"/>
            <ac:spMk id="7" creationId="{CE0B462B-D02E-32B6-E310-541F6048BA17}"/>
          </ac:spMkLst>
        </pc:spChg>
        <pc:picChg chg="add mod">
          <ac:chgData name="Ofir Kabiri" userId="0cce55a5-9953-4b04-98ed-30e068d7c696" providerId="ADAL" clId="{B0F0180A-C743-4169-B2F5-17FCDE966BF3}" dt="2025-12-17T17:02:14.312" v="5104"/>
          <ac:picMkLst>
            <pc:docMk/>
            <pc:sldMk cId="521921711" sldId="386"/>
            <ac:picMk id="3" creationId="{814A3234-2146-B8E1-6CA1-DF21811884BF}"/>
          </ac:picMkLst>
        </pc:picChg>
      </pc:sldChg>
      <pc:sldChg chg="add del">
        <pc:chgData name="Ofir Kabiri" userId="0cce55a5-9953-4b04-98ed-30e068d7c696" providerId="ADAL" clId="{B0F0180A-C743-4169-B2F5-17FCDE966BF3}" dt="2025-12-17T17:03:01.828" v="5128" actId="47"/>
        <pc:sldMkLst>
          <pc:docMk/>
          <pc:sldMk cId="688319999" sldId="387"/>
        </pc:sldMkLst>
      </pc:sldChg>
      <pc:sldChg chg="addSp delSp modSp add mod delAnim modAnim">
        <pc:chgData name="Ofir Kabiri" userId="0cce55a5-9953-4b04-98ed-30e068d7c696" providerId="ADAL" clId="{B0F0180A-C743-4169-B2F5-17FCDE966BF3}" dt="2025-12-17T17:53:07.526" v="5543"/>
        <pc:sldMkLst>
          <pc:docMk/>
          <pc:sldMk cId="4101514943" sldId="388"/>
        </pc:sldMkLst>
        <pc:spChg chg="add mod">
          <ac:chgData name="Ofir Kabiri" userId="0cce55a5-9953-4b04-98ed-30e068d7c696" providerId="ADAL" clId="{B0F0180A-C743-4169-B2F5-17FCDE966BF3}" dt="2025-12-17T17:06:37.963" v="5200"/>
          <ac:spMkLst>
            <pc:docMk/>
            <pc:sldMk cId="4101514943" sldId="388"/>
            <ac:spMk id="8" creationId="{068D5B72-907C-761A-42EB-B0F79EE98530}"/>
          </ac:spMkLst>
        </pc:spChg>
        <pc:spChg chg="add mod">
          <ac:chgData name="Ofir Kabiri" userId="0cce55a5-9953-4b04-98ed-30e068d7c696" providerId="ADAL" clId="{B0F0180A-C743-4169-B2F5-17FCDE966BF3}" dt="2025-12-17T17:07:45.454" v="5205"/>
          <ac:spMkLst>
            <pc:docMk/>
            <pc:sldMk cId="4101514943" sldId="388"/>
            <ac:spMk id="9" creationId="{4241FCA7-5A0C-CFC2-BF2D-5BF2C97174A6}"/>
          </ac:spMkLst>
        </pc:spChg>
        <pc:picChg chg="add mod modCrop">
          <ac:chgData name="Ofir Kabiri" userId="0cce55a5-9953-4b04-98ed-30e068d7c696" providerId="ADAL" clId="{B0F0180A-C743-4169-B2F5-17FCDE966BF3}" dt="2025-12-17T17:06:35.931" v="5199" actId="1037"/>
          <ac:picMkLst>
            <pc:docMk/>
            <pc:sldMk cId="4101514943" sldId="388"/>
            <ac:picMk id="5" creationId="{00D44B5C-B5A9-E7E5-AA38-6FA166942B58}"/>
          </ac:picMkLst>
        </pc:picChg>
      </pc:sldChg>
      <pc:sldChg chg="addSp delSp modSp add mod modAnim">
        <pc:chgData name="Ofir Kabiri" userId="0cce55a5-9953-4b04-98ed-30e068d7c696" providerId="ADAL" clId="{B0F0180A-C743-4169-B2F5-17FCDE966BF3}" dt="2025-12-17T17:53:18.631" v="5545"/>
        <pc:sldMkLst>
          <pc:docMk/>
          <pc:sldMk cId="2067793827" sldId="389"/>
        </pc:sldMkLst>
        <pc:spChg chg="add mod">
          <ac:chgData name="Ofir Kabiri" userId="0cce55a5-9953-4b04-98ed-30e068d7c696" providerId="ADAL" clId="{B0F0180A-C743-4169-B2F5-17FCDE966BF3}" dt="2025-12-17T17:17:23.872" v="5270"/>
          <ac:spMkLst>
            <pc:docMk/>
            <pc:sldMk cId="2067793827" sldId="389"/>
            <ac:spMk id="6" creationId="{9A45CF11-9DD2-4B6A-6C0F-2964BB9ED2DC}"/>
          </ac:spMkLst>
        </pc:spChg>
        <pc:spChg chg="add mod">
          <ac:chgData name="Ofir Kabiri" userId="0cce55a5-9953-4b04-98ed-30e068d7c696" providerId="ADAL" clId="{B0F0180A-C743-4169-B2F5-17FCDE966BF3}" dt="2025-12-17T17:17:40.541" v="5285" actId="14100"/>
          <ac:spMkLst>
            <pc:docMk/>
            <pc:sldMk cId="2067793827" sldId="389"/>
            <ac:spMk id="7" creationId="{87C790FD-DA2E-9C14-D1AA-7D0E4A57851C}"/>
          </ac:spMkLst>
        </pc:spChg>
        <pc:picChg chg="add mod">
          <ac:chgData name="Ofir Kabiri" userId="0cce55a5-9953-4b04-98ed-30e068d7c696" providerId="ADAL" clId="{B0F0180A-C743-4169-B2F5-17FCDE966BF3}" dt="2025-12-17T17:17:20.786" v="5268" actId="14100"/>
          <ac:picMkLst>
            <pc:docMk/>
            <pc:sldMk cId="2067793827" sldId="389"/>
            <ac:picMk id="4" creationId="{5A3CDFEC-4E70-DF5E-9F5D-DCCF69AA9491}"/>
          </ac:picMkLst>
        </pc:picChg>
      </pc:sldChg>
      <pc:sldChg chg="addSp delSp modSp add mod delAnim modAnim">
        <pc:chgData name="Ofir Kabiri" userId="0cce55a5-9953-4b04-98ed-30e068d7c696" providerId="ADAL" clId="{B0F0180A-C743-4169-B2F5-17FCDE966BF3}" dt="2025-12-17T17:53:22.707" v="5546"/>
        <pc:sldMkLst>
          <pc:docMk/>
          <pc:sldMk cId="3025067750" sldId="390"/>
        </pc:sldMkLst>
        <pc:spChg chg="add mod">
          <ac:chgData name="Ofir Kabiri" userId="0cce55a5-9953-4b04-98ed-30e068d7c696" providerId="ADAL" clId="{B0F0180A-C743-4169-B2F5-17FCDE966BF3}" dt="2025-12-17T17:19:59.851" v="5297"/>
          <ac:spMkLst>
            <pc:docMk/>
            <pc:sldMk cId="3025067750" sldId="390"/>
            <ac:spMk id="8" creationId="{F0B45CE6-7C5C-8FB2-6990-8A693CD48C99}"/>
          </ac:spMkLst>
        </pc:spChg>
        <pc:picChg chg="add mod">
          <ac:chgData name="Ofir Kabiri" userId="0cce55a5-9953-4b04-98ed-30e068d7c696" providerId="ADAL" clId="{B0F0180A-C743-4169-B2F5-17FCDE966BF3}" dt="2025-12-17T17:19:54.908" v="5295" actId="1076"/>
          <ac:picMkLst>
            <pc:docMk/>
            <pc:sldMk cId="3025067750" sldId="390"/>
            <ac:picMk id="5" creationId="{FFC35C4D-0340-DDE7-0C5E-6DABF44A18EE}"/>
          </ac:picMkLst>
        </pc:picChg>
      </pc:sldChg>
      <pc:sldChg chg="addSp delSp modSp add mod delAnim modAnim">
        <pc:chgData name="Ofir Kabiri" userId="0cce55a5-9953-4b04-98ed-30e068d7c696" providerId="ADAL" clId="{B0F0180A-C743-4169-B2F5-17FCDE966BF3}" dt="2025-12-17T17:53:26.331" v="5547"/>
        <pc:sldMkLst>
          <pc:docMk/>
          <pc:sldMk cId="411831213" sldId="391"/>
        </pc:sldMkLst>
        <pc:spChg chg="add mod">
          <ac:chgData name="Ofir Kabiri" userId="0cce55a5-9953-4b04-98ed-30e068d7c696" providerId="ADAL" clId="{B0F0180A-C743-4169-B2F5-17FCDE966BF3}" dt="2025-12-17T17:22:42.010" v="5313"/>
          <ac:spMkLst>
            <pc:docMk/>
            <pc:sldMk cId="411831213" sldId="391"/>
            <ac:spMk id="6" creationId="{1B9750BA-EFAB-AD37-D7AA-B496CF569E2F}"/>
          </ac:spMkLst>
        </pc:spChg>
        <pc:spChg chg="add mod">
          <ac:chgData name="Ofir Kabiri" userId="0cce55a5-9953-4b04-98ed-30e068d7c696" providerId="ADAL" clId="{B0F0180A-C743-4169-B2F5-17FCDE966BF3}" dt="2025-12-17T17:23:37.294" v="5331" actId="14100"/>
          <ac:spMkLst>
            <pc:docMk/>
            <pc:sldMk cId="411831213" sldId="391"/>
            <ac:spMk id="7" creationId="{BD4139FA-BF78-B2C9-255A-9452356E6924}"/>
          </ac:spMkLst>
        </pc:spChg>
        <pc:picChg chg="add mod">
          <ac:chgData name="Ofir Kabiri" userId="0cce55a5-9953-4b04-98ed-30e068d7c696" providerId="ADAL" clId="{B0F0180A-C743-4169-B2F5-17FCDE966BF3}" dt="2025-12-17T17:22:38.878" v="5311" actId="1036"/>
          <ac:picMkLst>
            <pc:docMk/>
            <pc:sldMk cId="411831213" sldId="391"/>
            <ac:picMk id="4" creationId="{1B082EFC-BAA3-B243-6409-0295E3EBC7AE}"/>
          </ac:picMkLst>
        </pc:picChg>
      </pc:sldChg>
      <pc:sldChg chg="addSp delSp modSp add mod delAnim modAnim">
        <pc:chgData name="Ofir Kabiri" userId="0cce55a5-9953-4b04-98ed-30e068d7c696" providerId="ADAL" clId="{B0F0180A-C743-4169-B2F5-17FCDE966BF3}" dt="2025-12-17T17:53:35.809" v="5548"/>
        <pc:sldMkLst>
          <pc:docMk/>
          <pc:sldMk cId="2103643322" sldId="392"/>
        </pc:sldMkLst>
        <pc:spChg chg="add mod">
          <ac:chgData name="Ofir Kabiri" userId="0cce55a5-9953-4b04-98ed-30e068d7c696" providerId="ADAL" clId="{B0F0180A-C743-4169-B2F5-17FCDE966BF3}" dt="2025-12-17T17:25:37.688" v="5348" actId="20577"/>
          <ac:spMkLst>
            <pc:docMk/>
            <pc:sldMk cId="2103643322" sldId="392"/>
            <ac:spMk id="5" creationId="{527376FD-615C-B3D3-27F3-0369703E1673}"/>
          </ac:spMkLst>
        </pc:spChg>
        <pc:spChg chg="add mod">
          <ac:chgData name="Ofir Kabiri" userId="0cce55a5-9953-4b04-98ed-30e068d7c696" providerId="ADAL" clId="{B0F0180A-C743-4169-B2F5-17FCDE966BF3}" dt="2025-12-17T17:25:48.475" v="5351"/>
          <ac:spMkLst>
            <pc:docMk/>
            <pc:sldMk cId="2103643322" sldId="392"/>
            <ac:spMk id="8" creationId="{BBF96018-6B46-9044-EB77-0630CF07B306}"/>
          </ac:spMkLst>
        </pc:spChg>
        <pc:picChg chg="add mod">
          <ac:chgData name="Ofir Kabiri" userId="0cce55a5-9953-4b04-98ed-30e068d7c696" providerId="ADAL" clId="{B0F0180A-C743-4169-B2F5-17FCDE966BF3}" dt="2025-12-17T17:25:32.770" v="5339"/>
          <ac:picMkLst>
            <pc:docMk/>
            <pc:sldMk cId="2103643322" sldId="392"/>
            <ac:picMk id="3" creationId="{B5B107AC-5CCB-B2AE-26CC-1840C411A184}"/>
          </ac:picMkLst>
        </pc:picChg>
      </pc:sldChg>
      <pc:sldChg chg="addSp delSp modSp add mod modAnim">
        <pc:chgData name="Ofir Kabiri" userId="0cce55a5-9953-4b04-98ed-30e068d7c696" providerId="ADAL" clId="{B0F0180A-C743-4169-B2F5-17FCDE966BF3}" dt="2025-12-17T17:53:39.236" v="5550"/>
        <pc:sldMkLst>
          <pc:docMk/>
          <pc:sldMk cId="2164493136" sldId="393"/>
        </pc:sldMkLst>
        <pc:spChg chg="add mod">
          <ac:chgData name="Ofir Kabiri" userId="0cce55a5-9953-4b04-98ed-30e068d7c696" providerId="ADAL" clId="{B0F0180A-C743-4169-B2F5-17FCDE966BF3}" dt="2025-12-17T17:27:42.905" v="5364"/>
          <ac:spMkLst>
            <pc:docMk/>
            <pc:sldMk cId="2164493136" sldId="393"/>
            <ac:spMk id="5" creationId="{1228E3BD-6B60-A98C-3F16-CA92FA02E163}"/>
          </ac:spMkLst>
        </pc:spChg>
        <pc:spChg chg="add mod">
          <ac:chgData name="Ofir Kabiri" userId="0cce55a5-9953-4b04-98ed-30e068d7c696" providerId="ADAL" clId="{B0F0180A-C743-4169-B2F5-17FCDE966BF3}" dt="2025-12-17T17:27:57.437" v="5365"/>
          <ac:spMkLst>
            <pc:docMk/>
            <pc:sldMk cId="2164493136" sldId="393"/>
            <ac:spMk id="7" creationId="{6ABCE3F4-E28F-4418-54A0-4081B68DB151}"/>
          </ac:spMkLst>
        </pc:spChg>
        <pc:picChg chg="add mod">
          <ac:chgData name="Ofir Kabiri" userId="0cce55a5-9953-4b04-98ed-30e068d7c696" providerId="ADAL" clId="{B0F0180A-C743-4169-B2F5-17FCDE966BF3}" dt="2025-12-17T17:33:10.927" v="5377" actId="1076"/>
          <ac:picMkLst>
            <pc:docMk/>
            <pc:sldMk cId="2164493136" sldId="393"/>
            <ac:picMk id="4" creationId="{75E70181-8FB4-A9E8-D419-5469875AB43D}"/>
          </ac:picMkLst>
        </pc:picChg>
      </pc:sldChg>
      <pc:sldChg chg="addSp delSp modSp add mod delAnim modAnim">
        <pc:chgData name="Ofir Kabiri" userId="0cce55a5-9953-4b04-98ed-30e068d7c696" providerId="ADAL" clId="{B0F0180A-C743-4169-B2F5-17FCDE966BF3}" dt="2025-12-17T17:53:50.041" v="5551"/>
        <pc:sldMkLst>
          <pc:docMk/>
          <pc:sldMk cId="4233734402" sldId="394"/>
        </pc:sldMkLst>
        <pc:spChg chg="add mod">
          <ac:chgData name="Ofir Kabiri" userId="0cce55a5-9953-4b04-98ed-30e068d7c696" providerId="ADAL" clId="{B0F0180A-C743-4169-B2F5-17FCDE966BF3}" dt="2025-12-17T17:33:25.210" v="5382"/>
          <ac:spMkLst>
            <pc:docMk/>
            <pc:sldMk cId="4233734402" sldId="394"/>
            <ac:spMk id="8" creationId="{B6C79231-29D1-6BA7-0A79-F84E3A6E1242}"/>
          </ac:spMkLst>
        </pc:spChg>
        <pc:picChg chg="add mod">
          <ac:chgData name="Ofir Kabiri" userId="0cce55a5-9953-4b04-98ed-30e068d7c696" providerId="ADAL" clId="{B0F0180A-C743-4169-B2F5-17FCDE966BF3}" dt="2025-12-17T17:33:16.975" v="5379" actId="1076"/>
          <ac:picMkLst>
            <pc:docMk/>
            <pc:sldMk cId="4233734402" sldId="394"/>
            <ac:picMk id="6" creationId="{E0870DD8-9A08-CB76-FAFF-483AE4BDC6B4}"/>
          </ac:picMkLst>
        </pc:picChg>
      </pc:sldChg>
      <pc:sldChg chg="addSp delSp modSp add mod delAnim modAnim">
        <pc:chgData name="Ofir Kabiri" userId="0cce55a5-9953-4b04-98ed-30e068d7c696" providerId="ADAL" clId="{B0F0180A-C743-4169-B2F5-17FCDE966BF3}" dt="2025-12-17T17:53:53.125" v="5552"/>
        <pc:sldMkLst>
          <pc:docMk/>
          <pc:sldMk cId="1507085884" sldId="395"/>
        </pc:sldMkLst>
        <pc:spChg chg="add mod">
          <ac:chgData name="Ofir Kabiri" userId="0cce55a5-9953-4b04-98ed-30e068d7c696" providerId="ADAL" clId="{B0F0180A-C743-4169-B2F5-17FCDE966BF3}" dt="2025-12-17T17:35:10.630" v="5393"/>
          <ac:spMkLst>
            <pc:docMk/>
            <pc:sldMk cId="1507085884" sldId="395"/>
            <ac:spMk id="5" creationId="{512DF5C1-C4A5-C13B-FACF-CE7CF4924EB7}"/>
          </ac:spMkLst>
        </pc:spChg>
        <pc:picChg chg="add mod">
          <ac:chgData name="Ofir Kabiri" userId="0cce55a5-9953-4b04-98ed-30e068d7c696" providerId="ADAL" clId="{B0F0180A-C743-4169-B2F5-17FCDE966BF3}" dt="2025-12-17T17:35:02.234" v="5390" actId="1076"/>
          <ac:picMkLst>
            <pc:docMk/>
            <pc:sldMk cId="1507085884" sldId="395"/>
            <ac:picMk id="4" creationId="{E7A62550-09D3-4D7A-DABF-0EBA6A3088AB}"/>
          </ac:picMkLst>
        </pc:picChg>
      </pc:sldChg>
      <pc:sldChg chg="addSp delSp modSp add mod addAnim delAnim modAnim">
        <pc:chgData name="Ofir Kabiri" userId="0cce55a5-9953-4b04-98ed-30e068d7c696" providerId="ADAL" clId="{B0F0180A-C743-4169-B2F5-17FCDE966BF3}" dt="2025-12-17T17:56:11.282" v="5579" actId="14100"/>
        <pc:sldMkLst>
          <pc:docMk/>
          <pc:sldMk cId="1879097976" sldId="396"/>
        </pc:sldMkLst>
        <pc:spChg chg="add mod">
          <ac:chgData name="Ofir Kabiri" userId="0cce55a5-9953-4b04-98ed-30e068d7c696" providerId="ADAL" clId="{B0F0180A-C743-4169-B2F5-17FCDE966BF3}" dt="2025-12-17T17:55:45.053" v="5577"/>
          <ac:spMkLst>
            <pc:docMk/>
            <pc:sldMk cId="1879097976" sldId="396"/>
            <ac:spMk id="11" creationId="{E5FEB750-2FF2-56DD-8BE1-71025813D3B3}"/>
          </ac:spMkLst>
        </pc:spChg>
        <pc:picChg chg="add del mod modCrop">
          <ac:chgData name="Ofir Kabiri" userId="0cce55a5-9953-4b04-98ed-30e068d7c696" providerId="ADAL" clId="{B0F0180A-C743-4169-B2F5-17FCDE966BF3}" dt="2025-12-17T17:55:38.236" v="5574" actId="1076"/>
          <ac:picMkLst>
            <pc:docMk/>
            <pc:sldMk cId="1879097976" sldId="396"/>
            <ac:picMk id="8" creationId="{232CD1F2-9332-DBB0-664B-3BAAD9C36A34}"/>
          </ac:picMkLst>
        </pc:picChg>
        <pc:picChg chg="add mod">
          <ac:chgData name="Ofir Kabiri" userId="0cce55a5-9953-4b04-98ed-30e068d7c696" providerId="ADAL" clId="{B0F0180A-C743-4169-B2F5-17FCDE966BF3}" dt="2025-12-17T17:56:11.282" v="5579" actId="14100"/>
          <ac:picMkLst>
            <pc:docMk/>
            <pc:sldMk cId="1879097976" sldId="396"/>
            <ac:picMk id="10" creationId="{ECA28BC0-F44E-0457-6B57-7B1CB4D59085}"/>
          </ac:picMkLst>
        </pc:picChg>
      </pc:sldChg>
      <pc:sldChg chg="addSp delSp modSp add mod delAnim modAnim">
        <pc:chgData name="Ofir Kabiri" userId="0cce55a5-9953-4b04-98ed-30e068d7c696" providerId="ADAL" clId="{B0F0180A-C743-4169-B2F5-17FCDE966BF3}" dt="2025-12-30T17:25:13.622" v="7423" actId="1076"/>
        <pc:sldMkLst>
          <pc:docMk/>
          <pc:sldMk cId="4082579852" sldId="397"/>
        </pc:sldMkLst>
        <pc:spChg chg="add mod">
          <ac:chgData name="Ofir Kabiri" userId="0cce55a5-9953-4b04-98ed-30e068d7c696" providerId="ADAL" clId="{B0F0180A-C743-4169-B2F5-17FCDE966BF3}" dt="2025-12-30T17:24:05.428" v="7400"/>
          <ac:spMkLst>
            <pc:docMk/>
            <pc:sldMk cId="4082579852" sldId="397"/>
            <ac:spMk id="3" creationId="{16848E40-E58F-0A1E-25A7-2AC56D777582}"/>
          </ac:spMkLst>
        </pc:spChg>
        <pc:spChg chg="add mod">
          <ac:chgData name="Ofir Kabiri" userId="0cce55a5-9953-4b04-98ed-30e068d7c696" providerId="ADAL" clId="{B0F0180A-C743-4169-B2F5-17FCDE966BF3}" dt="2025-12-17T17:56:39.734" v="5583" actId="1076"/>
          <ac:spMkLst>
            <pc:docMk/>
            <pc:sldMk cId="4082579852" sldId="397"/>
            <ac:spMk id="5" creationId="{62B05037-8592-FEBE-F1AD-06A277C2D99A}"/>
          </ac:spMkLst>
        </pc:spChg>
        <pc:spChg chg="add mod">
          <ac:chgData name="Ofir Kabiri" userId="0cce55a5-9953-4b04-98ed-30e068d7c696" providerId="ADAL" clId="{B0F0180A-C743-4169-B2F5-17FCDE966BF3}" dt="2025-12-30T17:25:13.622" v="7423" actId="1076"/>
          <ac:spMkLst>
            <pc:docMk/>
            <pc:sldMk cId="4082579852" sldId="397"/>
            <ac:spMk id="6" creationId="{B6C821F8-4420-54DD-4B19-7F926771FAE6}"/>
          </ac:spMkLst>
        </pc:spChg>
        <pc:picChg chg="add mod">
          <ac:chgData name="Ofir Kabiri" userId="0cce55a5-9953-4b04-98ed-30e068d7c696" providerId="ADAL" clId="{B0F0180A-C743-4169-B2F5-17FCDE966BF3}" dt="2025-12-30T17:24:08.178" v="7402" actId="1076"/>
          <ac:picMkLst>
            <pc:docMk/>
            <pc:sldMk cId="4082579852" sldId="397"/>
            <ac:picMk id="4" creationId="{F875FEF5-B196-2BEF-56F0-1A7CC6C4ECA7}"/>
          </ac:picMkLst>
        </pc:picChg>
      </pc:sldChg>
      <pc:sldChg chg="addSp delSp modSp add mod modAnim">
        <pc:chgData name="Ofir Kabiri" userId="0cce55a5-9953-4b04-98ed-30e068d7c696" providerId="ADAL" clId="{B0F0180A-C743-4169-B2F5-17FCDE966BF3}" dt="2025-12-17T18:17:38.124" v="6341" actId="20577"/>
        <pc:sldMkLst>
          <pc:docMk/>
          <pc:sldMk cId="414161452" sldId="398"/>
        </pc:sldMkLst>
        <pc:spChg chg="mod">
          <ac:chgData name="Ofir Kabiri" userId="0cce55a5-9953-4b04-98ed-30e068d7c696" providerId="ADAL" clId="{B0F0180A-C743-4169-B2F5-17FCDE966BF3}" dt="2025-12-17T18:02:51.039" v="5688" actId="20577"/>
          <ac:spMkLst>
            <pc:docMk/>
            <pc:sldMk cId="414161452" sldId="398"/>
            <ac:spMk id="2" creationId="{14FD6B68-1D1E-A358-D271-F7D853AA1A75}"/>
          </ac:spMkLst>
        </pc:spChg>
        <pc:spChg chg="add mod">
          <ac:chgData name="Ofir Kabiri" userId="0cce55a5-9953-4b04-98ed-30e068d7c696" providerId="ADAL" clId="{B0F0180A-C743-4169-B2F5-17FCDE966BF3}" dt="2025-12-17T18:17:38.124" v="6341" actId="20577"/>
          <ac:spMkLst>
            <pc:docMk/>
            <pc:sldMk cId="414161452" sldId="398"/>
            <ac:spMk id="3" creationId="{CBAF48D3-7457-6717-9A80-A7565032A0F6}"/>
          </ac:spMkLst>
        </pc:spChg>
      </pc:sldChg>
      <pc:sldChg chg="addSp delSp modSp add modAnim">
        <pc:chgData name="Ofir Kabiri" userId="0cce55a5-9953-4b04-98ed-30e068d7c696" providerId="ADAL" clId="{B0F0180A-C743-4169-B2F5-17FCDE966BF3}" dt="2025-12-17T18:17:31.925" v="6335" actId="20577"/>
        <pc:sldMkLst>
          <pc:docMk/>
          <pc:sldMk cId="920897832" sldId="399"/>
        </pc:sldMkLst>
        <pc:spChg chg="mod">
          <ac:chgData name="Ofir Kabiri" userId="0cce55a5-9953-4b04-98ed-30e068d7c696" providerId="ADAL" clId="{B0F0180A-C743-4169-B2F5-17FCDE966BF3}" dt="2025-12-17T18:17:31.925" v="6335" actId="20577"/>
          <ac:spMkLst>
            <pc:docMk/>
            <pc:sldMk cId="920897832" sldId="399"/>
            <ac:spMk id="3" creationId="{14CC6D88-80BF-0B3D-BE10-C0D7C6613005}"/>
          </ac:spMkLst>
        </pc:spChg>
      </pc:sldChg>
      <pc:sldChg chg="modSp add modAnim">
        <pc:chgData name="Ofir Kabiri" userId="0cce55a5-9953-4b04-98ed-30e068d7c696" providerId="ADAL" clId="{B0F0180A-C743-4169-B2F5-17FCDE966BF3}" dt="2025-12-17T18:19:55.525" v="6524"/>
        <pc:sldMkLst>
          <pc:docMk/>
          <pc:sldMk cId="1868945277" sldId="400"/>
        </pc:sldMkLst>
        <pc:spChg chg="mod">
          <ac:chgData name="Ofir Kabiri" userId="0cce55a5-9953-4b04-98ed-30e068d7c696" providerId="ADAL" clId="{B0F0180A-C743-4169-B2F5-17FCDE966BF3}" dt="2025-12-17T18:19:49.139" v="6523" actId="115"/>
          <ac:spMkLst>
            <pc:docMk/>
            <pc:sldMk cId="1868945277" sldId="400"/>
            <ac:spMk id="3" creationId="{2780B15F-CE15-9761-4112-95595341FA8B}"/>
          </ac:spMkLst>
        </pc:spChg>
      </pc:sldChg>
      <pc:sldChg chg="modSp add mod modAnim">
        <pc:chgData name="Ofir Kabiri" userId="0cce55a5-9953-4b04-98ed-30e068d7c696" providerId="ADAL" clId="{B0F0180A-C743-4169-B2F5-17FCDE966BF3}" dt="2025-12-30T17:29:41.704" v="7425" actId="20577"/>
        <pc:sldMkLst>
          <pc:docMk/>
          <pc:sldMk cId="4154487840" sldId="401"/>
        </pc:sldMkLst>
        <pc:spChg chg="mod">
          <ac:chgData name="Ofir Kabiri" userId="0cce55a5-9953-4b04-98ed-30e068d7c696" providerId="ADAL" clId="{B0F0180A-C743-4169-B2F5-17FCDE966BF3}" dt="2025-12-30T17:29:41.704" v="7425" actId="20577"/>
          <ac:spMkLst>
            <pc:docMk/>
            <pc:sldMk cId="4154487840" sldId="401"/>
            <ac:spMk id="3" creationId="{FC349036-D323-2B57-1D7A-66AF99817C31}"/>
          </ac:spMkLst>
        </pc:spChg>
      </pc:sldChg>
      <pc:sldChg chg="modSp add del modAnim">
        <pc:chgData name="Ofir Kabiri" userId="0cce55a5-9953-4b04-98ed-30e068d7c696" providerId="ADAL" clId="{B0F0180A-C743-4169-B2F5-17FCDE966BF3}" dt="2025-12-17T18:27:08.128" v="6809" actId="47"/>
        <pc:sldMkLst>
          <pc:docMk/>
          <pc:sldMk cId="3108699758" sldId="402"/>
        </pc:sldMkLst>
      </pc:sldChg>
      <pc:sldChg chg="modSp add modAnim">
        <pc:chgData name="Ofir Kabiri" userId="0cce55a5-9953-4b04-98ed-30e068d7c696" providerId="ADAL" clId="{B0F0180A-C743-4169-B2F5-17FCDE966BF3}" dt="2025-12-17T18:30:24.057" v="7022"/>
        <pc:sldMkLst>
          <pc:docMk/>
          <pc:sldMk cId="4232760849" sldId="403"/>
        </pc:sldMkLst>
        <pc:spChg chg="mod">
          <ac:chgData name="Ofir Kabiri" userId="0cce55a5-9953-4b04-98ed-30e068d7c696" providerId="ADAL" clId="{B0F0180A-C743-4169-B2F5-17FCDE966BF3}" dt="2025-12-17T18:30:06.157" v="7020" actId="20577"/>
          <ac:spMkLst>
            <pc:docMk/>
            <pc:sldMk cId="4232760849" sldId="403"/>
            <ac:spMk id="3" creationId="{D311DD83-0869-05D5-0152-9F20C80E7ED8}"/>
          </ac:spMkLst>
        </pc:spChg>
      </pc:sldChg>
      <pc:sldChg chg="modSp mod modAnim">
        <pc:chgData name="Ofir Kabiri" userId="0cce55a5-9953-4b04-98ed-30e068d7c696" providerId="ADAL" clId="{B0F0180A-C743-4169-B2F5-17FCDE966BF3}" dt="2025-12-30T17:09:08.020" v="7397" actId="6549"/>
        <pc:sldMkLst>
          <pc:docMk/>
          <pc:sldMk cId="3985148250" sldId="405"/>
        </pc:sldMkLst>
        <pc:spChg chg="mod">
          <ac:chgData name="Ofir Kabiri" userId="0cce55a5-9953-4b04-98ed-30e068d7c696" providerId="ADAL" clId="{B0F0180A-C743-4169-B2F5-17FCDE966BF3}" dt="2025-12-30T17:09:08.020" v="7397" actId="6549"/>
          <ac:spMkLst>
            <pc:docMk/>
            <pc:sldMk cId="3985148250" sldId="405"/>
            <ac:spMk id="3" creationId="{6C06CDA4-5B94-6F40-361C-FD53F71B7A3D}"/>
          </ac:spMkLst>
        </pc:spChg>
      </pc:sldChg>
    </pc:docChg>
  </pc:docChgLst>
  <pc:docChgLst>
    <pc:chgData name="Valeriya Khotuliov" userId="0da19ec8-cdf3-419e-afd5-11676c00d56d" providerId="ADAL" clId="{6E349B6C-6F5E-4930-9FE0-5C8659A4CD57}"/>
    <pc:docChg chg="modSld">
      <pc:chgData name="Valeriya Khotuliov" userId="0da19ec8-cdf3-419e-afd5-11676c00d56d" providerId="ADAL" clId="{6E349B6C-6F5E-4930-9FE0-5C8659A4CD57}" dt="2025-12-23T13:49:08.166" v="90" actId="20577"/>
      <pc:docMkLst>
        <pc:docMk/>
      </pc:docMkLst>
      <pc:sldChg chg="modNotesTx">
        <pc:chgData name="Valeriya Khotuliov" userId="0da19ec8-cdf3-419e-afd5-11676c00d56d" providerId="ADAL" clId="{6E349B6C-6F5E-4930-9FE0-5C8659A4CD57}" dt="2025-12-23T13:49:08.166" v="90" actId="20577"/>
        <pc:sldMkLst>
          <pc:docMk/>
          <pc:sldMk cId="1082467332" sldId="364"/>
        </pc:sldMkLst>
      </pc:sldChg>
      <pc:sldChg chg="modNotesTx">
        <pc:chgData name="Valeriya Khotuliov" userId="0da19ec8-cdf3-419e-afd5-11676c00d56d" providerId="ADAL" clId="{6E349B6C-6F5E-4930-9FE0-5C8659A4CD57}" dt="2025-12-23T13:37:34.094" v="33" actId="20577"/>
        <pc:sldMkLst>
          <pc:docMk/>
          <pc:sldMk cId="1868945277" sldId="4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575D8-7FB3-4204-8E9D-4A8BA1C609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DAF11-9AD7-4731-80D5-7F03B0033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48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להוסיף שקף על הבעיה הלינארית, מה קיים ומה משתפר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DAF11-9AD7-4731-80D5-7F03B0033A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67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DAF11-9AD7-4731-80D5-7F03B0033A8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50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4702F-0B87-A580-FB9E-B2AE85317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2D1E8-2BF8-CA47-A89C-05C842889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CBBB1-BFA1-802E-D773-3FAB4655A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D62C-965C-3E77-8349-EB19A4376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DAF11-9AD7-4731-80D5-7F03B0033A8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92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D03B-9D90-8266-4052-8C8BF46A9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2A50B-C567-7830-4F19-41A28E46A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901965-0A30-FFB5-FE0A-0906C4A02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B3C95-37DE-5874-F3A1-87AE4642E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DAF11-9AD7-4731-80D5-7F03B0033A8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43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98FC-BD88-CC3D-36C5-377194C7A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88A2B-EE3A-7247-CA3E-1CBEB4C26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ADD66-3C48-0533-161A-9BBF547B9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A00C9-2FB4-AC16-F8A5-42158E341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DAF11-9AD7-4731-80D5-7F03B0033A8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86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017C5-F578-5E73-D2B3-B28505D4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C9CFD-2C65-E179-D959-BC267C88C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7DFC9-74EA-F310-3CC9-48BDA39E2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he-IL" dirty="0"/>
              <a:t>של כל השלבים בסכום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E5751-DEB6-EBC9-45CA-5D48E3C70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DAF11-9AD7-4731-80D5-7F03B0033A8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72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9DF9D-C7E6-5698-EDDC-9E1AF612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21547-FA45-8BE9-88CA-50B20E80C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73A9FA-641E-A194-E17D-74FF40908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35A52-B0C5-D028-4A87-0F30A4FB2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DAF11-9AD7-4731-80D5-7F03B0033A8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29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2D200-6892-7FF8-3C36-893DBDDA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FBF4E-1D08-F6D6-6737-BCBC2D171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0B9F9-B791-8E0F-FADE-A2F88BFE5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925C0-6C0C-B2E9-9F74-36C3155CA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DAF11-9AD7-4731-80D5-7F03B0033A8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38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91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144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22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3007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652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339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5420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555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9928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69231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28951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059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chemeClr val="accent1">
                <a:lumMod val="5000"/>
                <a:lumOff val="95000"/>
                <a:alpha val="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i="1"/>
            </a:lvl1pPr>
            <a:lvl2pPr>
              <a:defRPr i="1"/>
            </a:lvl2pPr>
            <a:lvl3pPr>
              <a:defRPr i="1"/>
            </a:lvl3pPr>
            <a:lvl4pPr>
              <a:defRPr i="1"/>
            </a:lvl4pPr>
            <a:lvl5pPr>
              <a:defRPr i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2548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422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45480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3499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0183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69357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9607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422427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5922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011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888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961A86E-5A74-40C7-B935-9C0FF58AEB39}" type="datetimeFigureOut">
              <a:rPr lang="en-IL" smtClean="0"/>
              <a:t>12/30/2025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E504FF1-80DA-4B3A-8EA1-889B6E9B5E90}" type="slidenum">
              <a:rPr lang="en-IL" smtClean="0"/>
              <a:t>‹#›</a:t>
            </a:fld>
            <a:endParaRPr lang="en-IL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257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algorithms.discrete.ma.tum.de/graph-algorithms/flow-cycle-cancelling/index_en.html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dots&#10;&#10;Description automatically generated">
            <a:extLst>
              <a:ext uri="{FF2B5EF4-FFF2-40B4-BE49-F238E27FC236}">
                <a16:creationId xmlns:a16="http://schemas.microsoft.com/office/drawing/2014/main" id="{FB408523-885E-E742-9586-B8878BB4E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5CFA38-D5DB-FEB7-45F7-44647BDB8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963" y="1193794"/>
            <a:ext cx="11804073" cy="203905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Cycle Cancelling</a:t>
            </a:r>
            <a:br>
              <a:rPr lang="en-US" sz="6000" b="1" dirty="0"/>
            </a:br>
            <a:r>
              <a:rPr lang="en-US" sz="6000" b="1" dirty="0"/>
              <a:t>Algorithm in </a:t>
            </a:r>
            <a:r>
              <a:rPr lang="en-US" sz="6000" b="1" dirty="0" err="1"/>
              <a:t>NetworkX</a:t>
            </a:r>
            <a:endParaRPr lang="en-IL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C4E14-254C-D8BF-4715-91D07BF81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2011" y="4709491"/>
            <a:ext cx="2887182" cy="56785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Ofir kabiri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1909E-617E-CEB3-1769-7F2C6E91D317}"/>
              </a:ext>
            </a:extLst>
          </p:cNvPr>
          <p:cNvSpPr txBox="1"/>
          <p:nvPr/>
        </p:nvSpPr>
        <p:spPr>
          <a:xfrm>
            <a:off x="3645646" y="3526504"/>
            <a:ext cx="4999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Mid-Project Presentation</a:t>
            </a:r>
            <a:endParaRPr lang="en-IL" sz="3600" b="1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AA75BD6-C277-7A27-940E-19820305070B}"/>
              </a:ext>
            </a:extLst>
          </p:cNvPr>
          <p:cNvSpPr txBox="1">
            <a:spLocks/>
          </p:cNvSpPr>
          <p:nvPr/>
        </p:nvSpPr>
        <p:spPr>
          <a:xfrm>
            <a:off x="7102765" y="4709491"/>
            <a:ext cx="3667655" cy="456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  <a:latin typeface="+mn-lt"/>
              </a:rPr>
              <a:t>Valeria </a:t>
            </a:r>
            <a:r>
              <a:rPr lang="en-US" b="1" dirty="0" err="1">
                <a:solidFill>
                  <a:schemeClr val="tx1"/>
                </a:solidFill>
                <a:latin typeface="+mn-lt"/>
              </a:rPr>
              <a:t>khotuliov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2BC912A-45D9-D43F-B490-293F11233208}"/>
              </a:ext>
            </a:extLst>
          </p:cNvPr>
          <p:cNvSpPr txBox="1">
            <a:spLocks/>
          </p:cNvSpPr>
          <p:nvPr/>
        </p:nvSpPr>
        <p:spPr>
          <a:xfrm>
            <a:off x="3962517" y="5702932"/>
            <a:ext cx="5685394" cy="456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Supervised by </a:t>
            </a:r>
            <a:r>
              <a:rPr lang="en-US" b="1" dirty="0" err="1">
                <a:solidFill>
                  <a:schemeClr val="tx1"/>
                </a:solidFill>
              </a:rPr>
              <a:t>jose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yallouz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058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A9D6-C77A-9FD9-C318-E30F6B432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3EDD7-99E9-2E19-4A3A-01A806795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7395"/>
            <a:ext cx="10211851" cy="351412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Implement and analyze the Cycle-Cancelling algorithm to solve the Min-Cost Max-Flow (MCMF) problem in directed graphs.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Cycle cancelling algorithm for general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Evaluate performance on various graph sizes and cost structures.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Analyze convergence, detection of negative-cost cycles and </a:t>
            </a:r>
            <a:r>
              <a:rPr lang="en-US" dirty="0" err="1"/>
              <a:t>optimalty</a:t>
            </a:r>
            <a:r>
              <a:rPr lang="en-US" dirty="0"/>
              <a:t> (MCMF).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Merge our contributions to the </a:t>
            </a:r>
            <a:r>
              <a:rPr lang="en-US" b="1" dirty="0" err="1"/>
              <a:t>NetworkX</a:t>
            </a:r>
            <a:r>
              <a:rPr lang="en-US" dirty="0"/>
              <a:t> main repository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276371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84323-E80D-8C61-73D9-FE0DD0D2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 About MCMF?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22F74F-911E-2A77-0B27-4102DA47304C}"/>
              </a:ext>
            </a:extLst>
          </p:cNvPr>
          <p:cNvSpPr/>
          <p:nvPr/>
        </p:nvSpPr>
        <p:spPr>
          <a:xfrm>
            <a:off x="1097280" y="1737360"/>
            <a:ext cx="2344420" cy="862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82D943-6129-DF5E-8B40-7CB2AE891D54}"/>
              </a:ext>
            </a:extLst>
          </p:cNvPr>
          <p:cNvSpPr/>
          <p:nvPr/>
        </p:nvSpPr>
        <p:spPr>
          <a:xfrm>
            <a:off x="8811260" y="1713520"/>
            <a:ext cx="2344420" cy="862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D2B788E-0E0E-F81C-8091-932F57291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51985"/>
            <a:ext cx="10211851" cy="351412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i="0" dirty="0"/>
              <a:t> Wireless networks can be modeled as connected graphs</a:t>
            </a:r>
          </a:p>
          <a:p>
            <a:pPr marL="0" indent="0">
              <a:buNone/>
            </a:pPr>
            <a:endParaRPr lang="en-US" i="0" dirty="0"/>
          </a:p>
          <a:p>
            <a:pPr lvl="0">
              <a:buClr>
                <a:srgbClr val="8C8C8C"/>
              </a:buClr>
              <a:buFont typeface="Arial" panose="020B0604020202020204" pitchFamily="34" charset="0"/>
              <a:buChar char="•"/>
              <a:defRPr/>
            </a:pPr>
            <a:r>
              <a:rPr lang="en-US" i="0" dirty="0"/>
              <a:t> We want to Maximizes Data Throughput (Max Flow)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/>
              <a:t>Ensure the entire network capacity is utilized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/>
              <a:t>Guarantees the highest possible total data transfer rate</a:t>
            </a:r>
          </a:p>
          <a:p>
            <a:pPr marL="201168" lvl="1" indent="0">
              <a:buNone/>
            </a:pPr>
            <a:endParaRPr lang="en-US" i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0" dirty="0"/>
              <a:t> Optimizes Financial Cost (Min Cost)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/>
              <a:t>diverting the maximum flow volume onto the cheapest leased connections and peering links</a:t>
            </a:r>
          </a:p>
          <a:p>
            <a:pPr marL="201168" lvl="1" indent="0">
              <a:buNone/>
            </a:pPr>
            <a:endParaRPr lang="en-US" i="0" dirty="0"/>
          </a:p>
          <a:p>
            <a:endParaRPr lang="en-IL" sz="2000" i="0" dirty="0"/>
          </a:p>
        </p:txBody>
      </p:sp>
    </p:spTree>
    <p:extLst>
      <p:ext uri="{BB962C8B-B14F-4D97-AF65-F5344CB8AC3E}">
        <p14:creationId xmlns:p14="http://schemas.microsoft.com/office/powerpoint/2010/main" val="104452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12" grpId="0" animBg="1"/>
      <p:bldP spid="12" grpId="1" animBg="1"/>
      <p:bldP spid="13" grpId="0" animBg="1"/>
      <p:bldP spid="13" grpId="1" animBg="1"/>
      <p:bldP spid="1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BD1BC-EE5D-513F-3545-43B45004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BC04773-0885-B037-1671-2FB848612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Why Do We Care About MCMF?</a:t>
            </a:r>
            <a:endParaRPr lang="en-IL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55600F0-9FEB-D1D1-DDF9-CCABB1363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49" b="14434"/>
          <a:stretch>
            <a:fillRect/>
          </a:stretch>
        </p:blipFill>
        <p:spPr>
          <a:xfrm>
            <a:off x="3188576" y="1978626"/>
            <a:ext cx="5814848" cy="394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3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6109-F8F6-F25C-F69A-D29BF056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 Cost Max Flow Problem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8222D3-5194-DBD6-A65C-AE5B089343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The MCMFP is a fundamental optimization problem with a two-level, hierarchical objective in network theory. We need approximation algorithms.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en-US" sz="2400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en-US" sz="2400" b="1" dirty="0"/>
                  <a:t> Maximize Flow:</a:t>
                </a:r>
                <a:r>
                  <a:rPr lang="en-US" altLang="en-US" sz="2400" dirty="0"/>
                  <a:t> Maximize the total flow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en-US" sz="2400" dirty="0"/>
                  <a:t>) transferred from designated source node to destination/sink node.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en-US" sz="2400" b="1" dirty="0">
                    <a:solidFill>
                      <a:schemeClr val="tx1"/>
                    </a:solidFill>
                    <a:latin typeface="Google Sans Text"/>
                  </a:rPr>
                  <a:t> Minimize Cost:</a:t>
                </a:r>
                <a:r>
                  <a:rPr lang="en-US" altLang="en-US" sz="2400" dirty="0">
                    <a:solidFill>
                      <a:schemeClr val="tx1"/>
                    </a:solidFill>
                  </a:rPr>
                  <a:t> Among all possible flow configurations that achieve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</a:rPr>
                  <a:t>, find the one that minimizes the total transportation cost.</a:t>
                </a:r>
                <a:endParaRPr lang="en-US" altLang="en-US" sz="2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8222D3-5194-DBD6-A65C-AE5B089343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60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E9BB2-624C-9BEA-2F8C-77970C3D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A3AC-5F6A-22E6-5767-9A8390D10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Model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BA430F-D44A-3A19-2D06-5B6FE6E8BB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The problem relies on directed graphs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 All edges are assigned 3 attributes:</a:t>
                </a:r>
              </a:p>
              <a:p>
                <a:pPr marL="0" indent="0">
                  <a:buNone/>
                </a:pPr>
                <a:r>
                  <a:rPr lang="en-US" sz="2200" dirty="0"/>
                  <a:t>	1. </a:t>
                </a:r>
                <a:r>
                  <a:rPr lang="en-US" sz="2200" b="1" dirty="0"/>
                  <a:t>capacity (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sz="2200" b="1" dirty="0"/>
                  <a:t>)</a:t>
                </a:r>
                <a:r>
                  <a:rPr lang="en-US" sz="2200" dirty="0"/>
                  <a:t> – the maximum amount of flow the edge can carry.</a:t>
                </a:r>
              </a:p>
              <a:p>
                <a:pPr marL="0" indent="0">
                  <a:buNone/>
                </a:pPr>
                <a:r>
                  <a:rPr lang="en-US" sz="2200" dirty="0"/>
                  <a:t>	2. </a:t>
                </a:r>
                <a:r>
                  <a:rPr lang="en-US" sz="2200" b="1" dirty="0"/>
                  <a:t>weight (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200" b="1" dirty="0"/>
                  <a:t>)</a:t>
                </a:r>
                <a:r>
                  <a:rPr lang="en-US" sz="2200" dirty="0"/>
                  <a:t> – the cost per unit of flow sent along the edge.</a:t>
                </a:r>
              </a:p>
              <a:p>
                <a:pPr marL="0" indent="0">
                  <a:buNone/>
                </a:pPr>
                <a:r>
                  <a:rPr lang="en-US" sz="2200" dirty="0"/>
                  <a:t>	3. </a:t>
                </a:r>
                <a:r>
                  <a:rPr lang="en-US" sz="2200" b="1" dirty="0"/>
                  <a:t>flow (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2200" b="1" dirty="0"/>
                  <a:t>)</a:t>
                </a:r>
                <a:r>
                  <a:rPr lang="en-US" sz="2200" dirty="0"/>
                  <a:t> – the current amount of flow assigned to the edge.</a:t>
                </a:r>
              </a:p>
              <a:p>
                <a:pPr marL="201168" lvl="1" indent="0">
                  <a:buNone/>
                </a:pPr>
                <a:endParaRPr lang="en-US" sz="2200" dirty="0"/>
              </a:p>
              <a:p>
                <a:pPr marL="201168" lvl="1" indent="0">
                  <a:buNone/>
                </a:pPr>
                <a:endParaRPr lang="en-US" sz="22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BA430F-D44A-3A19-2D06-5B6FE6E8BB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14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F5310-0310-8824-DB2D-F222FE0BE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9E0C3-1032-16FF-1FB0-416213ED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Model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7AD842-ABAB-7B59-03F2-82CDFFA93B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The solution must be a valid flow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that respects the following constraints for every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200" b="1" dirty="0"/>
                  <a:t>Capacity limit –</a:t>
                </a:r>
                <a:r>
                  <a:rPr lang="en-US" sz="2200" dirty="0"/>
                  <a:t> the flow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/>
                  <a:t> cannot exceed the edge capacity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200" dirty="0"/>
                  <a:t>:</a:t>
                </a:r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201168" lvl="1" indent="0">
                  <a:buNone/>
                </a:pPr>
                <a:endParaRPr lang="en-US" sz="22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200" b="1" dirty="0"/>
                  <a:t>Flow conservation –</a:t>
                </a:r>
                <a:r>
                  <a:rPr lang="en-US" sz="2200" dirty="0"/>
                  <a:t> at every intermediate node (not source/sink) incoming flow must equal outgoing flow.</a:t>
                </a:r>
              </a:p>
              <a:p>
                <a:pPr marL="201168" lvl="1" indent="0">
                  <a:buNone/>
                </a:pPr>
                <a:endParaRPr lang="en-US" sz="2200" dirty="0"/>
              </a:p>
              <a:p>
                <a:pPr marL="201168" lvl="1" indent="0">
                  <a:buNone/>
                </a:pPr>
                <a:endParaRPr lang="en-US" sz="22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7AD842-ABAB-7B59-03F2-82CDFFA93B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97" t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46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BB278-3ED0-2D1E-BEAE-B72534C6D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B8E3-18E8-DDF7-5CAE-10BFA906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93346F-8BE2-5425-0B89-812208FA68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Find a feasible flow that meets all constraints with the minimum total cost: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sub>
                        <m:sup/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200" b="1" dirty="0"/>
              </a:p>
              <a:p>
                <a:pPr marL="201168" lvl="1" indent="0">
                  <a:buNone/>
                </a:pPr>
                <a:endParaRPr lang="en-US" sz="22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93346F-8BE2-5425-0B89-812208FA68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427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8EB11-A112-ABB7-8763-6BD96105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F64F-31F8-0B81-7D63-8B4A2E2DA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8B4289-718A-9200-3B91-2F1C8A65F2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This MCMF problem can be formulated as a linear programming (LP) problem: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𝒓𝒐𝒖𝒕𝒆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sub>
                            <m:sup/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sz="2200" b="1" dirty="0"/>
              </a:p>
              <a:p>
                <a:pPr marL="0" indent="0">
                  <a:buNone/>
                </a:pPr>
                <a:endParaRPr lang="en-US" sz="22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.      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d>
                        <m:d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nary>
                      <m:r>
                        <a:rPr lang="en-US" b="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nary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𝑠𝑜𝑢𝑟𝑐𝑒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      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𝑠𝑖𝑛𝑘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8B4289-718A-9200-3B91-2F1C8A65F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25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77616-73A7-6751-3E97-3AB07CF3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17C3F-F37C-50E0-1B1B-70326672A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6CDA4-5B94-6F40-361C-FD53F71B7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Algorithms that solve this MCMF LP: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Simplex, Successive Shortest Path, Cost Scaling, Cycle Cancelling.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Why we chose Cycle Cancelling: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Directly derived from LP optimality conditions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Works from any feasible maximum flow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Lack of implementation in the </a:t>
            </a:r>
            <a:r>
              <a:rPr lang="en-US" sz="2400" dirty="0" err="1"/>
              <a:t>NetworkX</a:t>
            </a:r>
            <a:r>
              <a:rPr lang="en-US" sz="2400" dirty="0"/>
              <a:t> library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8514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56D24-A853-3960-7707-B27D3F84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399D-1634-8613-5B47-06125E172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Graph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DE2DBA-B503-8455-A21A-2E1A080B14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The residual graph represents all possible adjustments to the current flow, and contains edges where we can send more flow or cancel existing flow.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Cycle Cancelling uses the residual graph to find negative cycles that lower the total cost of the flow.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:r>
                  <a:rPr lang="en-US" sz="2400" u="sng" dirty="0"/>
                  <a:t>Forward edges: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How much additional flow can be pushed through the edge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0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2400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:r>
                  <a:rPr lang="en-US" sz="2400" u="sng" dirty="0"/>
                  <a:t>Backward edges: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How much flow we can send back through the edge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dirty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400" b="1" i="0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b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2400" b="1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 marL="201168" lvl="1" indent="0">
                  <a:buNone/>
                </a:pPr>
                <a:endParaRPr lang="en-US" sz="22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DE2DBA-B503-8455-A21A-2E1A080B14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6" t="-2576" r="-2242" b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18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6E027-4402-1495-9721-BC8DABA0E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D50B-9E8A-9AA6-E6B4-0CFAF1B4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Overview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B50562-6B95-B644-0454-53BFFC557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u="sng" dirty="0"/>
              <a:t>T</a:t>
            </a:r>
            <a:r>
              <a:rPr lang="en-US" u="sng" dirty="0"/>
              <a:t>he principle:</a:t>
            </a:r>
          </a:p>
          <a:p>
            <a:pPr marL="0" indent="0" algn="ctr">
              <a:buNone/>
            </a:pPr>
            <a:r>
              <a:rPr lang="en-US" b="1" dirty="0"/>
              <a:t>A feasible flow has minimum cost if, and only if,</a:t>
            </a:r>
            <a:br>
              <a:rPr lang="en-US" b="1" dirty="0"/>
            </a:br>
            <a:r>
              <a:rPr lang="en-US" b="1" dirty="0"/>
              <a:t>its residual graph contains no negative-cost cycles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Construct a residual network and iteratively identify and eliminate negative-cost cycles (reducing total cost) until no such cycles remain, guaranteeing optimality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7194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E10CE-C117-C2FD-0253-F86084F8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36D6E-0D17-E81F-3EF0-1DF3354C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Overview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A62BF6-1894-31F3-BC4F-1FA64C90A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u="sng" dirty="0"/>
              <a:t>Step 1:</a:t>
            </a:r>
            <a:r>
              <a:rPr lang="en-US" sz="2400" dirty="0"/>
              <a:t> </a:t>
            </a:r>
            <a:r>
              <a:rPr lang="en-US" sz="2400" b="1" dirty="0"/>
              <a:t>Choose source and sink, and initialize maximum flow</a:t>
            </a:r>
          </a:p>
          <a:p>
            <a:pPr marL="0" indent="0">
              <a:buNone/>
            </a:pPr>
            <a:r>
              <a:rPr lang="en-US" sz="2400" dirty="0"/>
              <a:t>The algorithm optimizes the cost of the flow, not the amount of flow.</a:t>
            </a:r>
          </a:p>
          <a:p>
            <a:pPr marL="0" indent="0">
              <a:buNone/>
            </a:pPr>
            <a:r>
              <a:rPr lang="en-US" sz="2400" dirty="0"/>
              <a:t>We must start with a feasible flow that already achieves the maximum possible value</a:t>
            </a:r>
            <a:r>
              <a:rPr lang="en-US" sz="2400" b="1" dirty="0"/>
              <a:t> </a:t>
            </a:r>
            <a:r>
              <a:rPr lang="en-US" sz="2400" dirty="0"/>
              <a:t>(regardless of the cost).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u="sng" dirty="0"/>
              <a:t>Note:</a:t>
            </a:r>
            <a:r>
              <a:rPr lang="en-US" dirty="0"/>
              <a:t> use a suitable algorithm to determine and assign the max flow.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7825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746F4-CF9D-44A6-A73E-F4DAE50B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DF3D-4B3B-5C57-E147-72F3E6F9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Overview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9C5E5F8-EC9B-A73D-41F3-A44FD89C7C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:r>
                  <a:rPr lang="en-US" sz="2400" u="sng" dirty="0"/>
                  <a:t>Step 2:</a:t>
                </a:r>
                <a:r>
                  <a:rPr lang="en-US" sz="2400" dirty="0"/>
                  <a:t> </a:t>
                </a:r>
                <a:r>
                  <a:rPr lang="en-US" sz="2400" b="1" dirty="0"/>
                  <a:t>Build residual graph 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sz="2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/>
                  <a:t>Based on the current flow in the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, for each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define: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Forward edge in the same direction- represents the remaining capacity, with the original cost.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Backward edge- represents possible flow reductions, with the negative cost of the original edge.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9C5E5F8-EC9B-A73D-41F3-A44FD89C7C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2121" r="-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51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5FF33-995D-1D3E-26FA-D96B4AFF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878F-2DE0-3322-A952-5A568BE40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Overview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6E1CD9-DBFB-A54D-AF7B-0D697B6C7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Iterative main loop</a:t>
            </a: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u="sng" dirty="0"/>
              <a:t>Step 3:</a:t>
            </a:r>
            <a:r>
              <a:rPr lang="en-US" sz="2400" dirty="0"/>
              <a:t> </a:t>
            </a:r>
            <a:r>
              <a:rPr lang="en-US" sz="2400" b="1" dirty="0"/>
              <a:t>Find all strongly connected components (SCC)</a:t>
            </a:r>
          </a:p>
          <a:p>
            <a:pPr marL="0" indent="0">
              <a:buNone/>
            </a:pPr>
            <a:r>
              <a:rPr lang="en-US" sz="2400" dirty="0"/>
              <a:t>SCC definition:</a:t>
            </a:r>
          </a:p>
          <a:p>
            <a:pPr marL="0" indent="0">
              <a:buNone/>
            </a:pPr>
            <a:r>
              <a:rPr lang="en-US" sz="2400" dirty="0"/>
              <a:t>For every pair of nodes A,B there is a</a:t>
            </a:r>
          </a:p>
          <a:p>
            <a:pPr marL="0" indent="0">
              <a:buNone/>
            </a:pPr>
            <a:r>
              <a:rPr lang="en-US" sz="2400" dirty="0"/>
              <a:t>path from A to B and a path from B to A.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C085D6-A502-8B26-414C-7499AC8B7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832" y="3062754"/>
            <a:ext cx="4897975" cy="302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7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EEFAB-2764-6F0C-05E2-E19CB0AD4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3995-16E6-8882-810D-07AF5F03B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Overview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013E379-1940-CE0E-6D05-FF95E5CB6D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200" b="1" dirty="0"/>
                  <a:t>Iterative main loop</a:t>
                </a:r>
                <a:endParaRPr lang="en-US" sz="2400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:r>
                  <a:rPr lang="en-US" sz="2400" u="sng" dirty="0"/>
                  <a:t>Step 3:</a:t>
                </a:r>
                <a:r>
                  <a:rPr lang="en-US" sz="2400" dirty="0"/>
                  <a:t> </a:t>
                </a:r>
                <a:r>
                  <a:rPr lang="en-US" sz="2400" b="1" dirty="0"/>
                  <a:t>Find all strongly connected components (SCC)</a:t>
                </a:r>
              </a:p>
              <a:p>
                <a:pPr marL="0" indent="0">
                  <a:buNone/>
                </a:pPr>
                <a:r>
                  <a:rPr lang="en-US" sz="2400" dirty="0"/>
                  <a:t>The residual graph only includes edges where additional flow can be pushed (forward) or reduced (backward).</a:t>
                </a:r>
              </a:p>
              <a:p>
                <a:pPr marL="0" indent="0">
                  <a:buNone/>
                </a:pPr>
                <a:r>
                  <a:rPr lang="en-US" sz="2400" dirty="0"/>
                  <a:t>Negative cycles could exist entirely within an SCC disconnected from the current flow paths.</a:t>
                </a:r>
              </a:p>
              <a:p>
                <a:pPr marL="0" indent="0">
                  <a:buNone/>
                </a:pPr>
                <a:r>
                  <a:rPr lang="en-US" sz="2400" dirty="0"/>
                  <a:t>Decomposing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into SCCs guarantees that all potential negative cycles are detected, no matter where they are.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013E379-1940-CE0E-6D05-FF95E5CB6D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3182" r="-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51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73B76-40A2-8FCD-ED54-3AAF89D2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904C3-BD7D-A25E-17D5-073153AD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Overview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219E59-123B-7797-B462-6144ACB63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Iterative main loop</a:t>
            </a:r>
            <a:r>
              <a:rPr lang="en-US" sz="3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u="sng" dirty="0"/>
              <a:t>Step 4:</a:t>
            </a:r>
            <a:r>
              <a:rPr lang="en-US" sz="2400" dirty="0"/>
              <a:t> </a:t>
            </a:r>
            <a:r>
              <a:rPr lang="en-US" sz="2400" b="1" dirty="0"/>
              <a:t>Detect a negative cycle</a:t>
            </a:r>
          </a:p>
          <a:p>
            <a:pPr marL="0" indent="0">
              <a:buNone/>
            </a:pPr>
            <a:r>
              <a:rPr lang="en-US" sz="2400" dirty="0"/>
              <a:t>A negative cycle indicates flow can be rerouted to reduce total cost.</a:t>
            </a:r>
          </a:p>
          <a:p>
            <a:pPr marL="0" indent="0">
              <a:buNone/>
            </a:pPr>
            <a:r>
              <a:rPr lang="en-US" sz="2400" dirty="0"/>
              <a:t>Cycle Cancelling identifies cycles whose total residual cost is negative:</a:t>
            </a:r>
          </a:p>
          <a:p>
            <a:pPr marL="0" indent="0">
              <a:buNone/>
            </a:pPr>
            <a:r>
              <a:rPr lang="en-US" sz="2400" dirty="0"/>
              <a:t>Sending flow around this cycle lowers overall cost without changing total flow.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u="sng" dirty="0"/>
              <a:t>Note:</a:t>
            </a:r>
            <a:r>
              <a:rPr lang="en-US" dirty="0"/>
              <a:t> use a suitable algorithm to detect a negative cycle.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1828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75AA8-E6E4-5904-0046-60A40308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CBED-6CF8-BDF7-43AE-879F8D1B8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Overview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091D66-B3BA-111F-8A0A-5072D52F7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Iterative main loop</a:t>
            </a:r>
            <a:r>
              <a:rPr lang="en-US" sz="3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u="sng" dirty="0"/>
              <a:t>Step 5:</a:t>
            </a:r>
            <a:r>
              <a:rPr lang="en-US" sz="2400" dirty="0"/>
              <a:t> </a:t>
            </a:r>
            <a:r>
              <a:rPr lang="en-US" sz="2400" b="1" dirty="0"/>
              <a:t>Augment flow along the negative cycle</a:t>
            </a:r>
          </a:p>
          <a:p>
            <a:pPr marL="0" indent="0">
              <a:buNone/>
            </a:pPr>
            <a:r>
              <a:rPr lang="en-US" sz="2400" dirty="0"/>
              <a:t>Push flow around the negative cycle equal to the smallest residual capacity on the cycle (bottleneck).</a:t>
            </a:r>
          </a:p>
          <a:p>
            <a:pPr marL="0" indent="0">
              <a:buNone/>
            </a:pPr>
            <a:r>
              <a:rPr lang="en-US" sz="2400" dirty="0"/>
              <a:t>This reduces the total cost while keeping total flow constant.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Adjust forward and backward edges in the residual graph accordingly.</a:t>
            </a:r>
          </a:p>
        </p:txBody>
      </p:sp>
    </p:spTree>
    <p:extLst>
      <p:ext uri="{BB962C8B-B14F-4D97-AF65-F5344CB8AC3E}">
        <p14:creationId xmlns:p14="http://schemas.microsoft.com/office/powerpoint/2010/main" val="352676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12D81-268C-876F-3720-6360BCB7D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24550-2BBC-0343-CD88-0D75DBB4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Overview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8300D5-FAF3-4DD4-FAF0-A851D6FB4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u="sng" dirty="0"/>
              <a:t>Step 6:</a:t>
            </a:r>
            <a:r>
              <a:rPr lang="en-US" sz="2400" dirty="0"/>
              <a:t> </a:t>
            </a:r>
            <a:r>
              <a:rPr lang="en-US" sz="2400" b="1" dirty="0"/>
              <a:t>Rebuild the residual graph and repeat iterative main loop</a:t>
            </a:r>
          </a:p>
          <a:p>
            <a:pPr marL="0" indent="0">
              <a:buNone/>
            </a:pPr>
            <a:r>
              <a:rPr lang="en-US" sz="2400" dirty="0"/>
              <a:t>After rerouting flow, residual capacities change.</a:t>
            </a:r>
          </a:p>
          <a:p>
            <a:pPr marL="0" indent="0">
              <a:buNone/>
            </a:pPr>
            <a:r>
              <a:rPr lang="en-US" sz="2400" dirty="0"/>
              <a:t>Set up for next iteration in the main loop.</a:t>
            </a:r>
          </a:p>
        </p:txBody>
      </p:sp>
    </p:spTree>
    <p:extLst>
      <p:ext uri="{BB962C8B-B14F-4D97-AF65-F5344CB8AC3E}">
        <p14:creationId xmlns:p14="http://schemas.microsoft.com/office/powerpoint/2010/main" val="138893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A6C43-6254-931D-873E-660D2771C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3A1C-A928-2329-6205-08608BE8B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Overview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803268-13D1-65C0-79B6-3889F0C0C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u="sng" dirty="0"/>
              <a:t>Termination: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Halt when the search for a negative cycle across the entire residual graph is exhausted.</a:t>
            </a:r>
          </a:p>
          <a:p>
            <a:pPr marL="0" indent="0">
              <a:buNone/>
            </a:pPr>
            <a:r>
              <a:rPr lang="en-US" sz="2400" dirty="0"/>
              <a:t>When there are no negative cycles in all SCCs in the residual graph the algorithm concludes:</a:t>
            </a:r>
          </a:p>
          <a:p>
            <a:pPr marL="0" indent="0" algn="ctr">
              <a:buNone/>
            </a:pPr>
            <a:r>
              <a:rPr lang="en-US" sz="2400" b="1" dirty="0"/>
              <a:t>The current Maximum Flow is guaranteed to be the Minimum Cost Flow</a:t>
            </a:r>
          </a:p>
        </p:txBody>
      </p:sp>
    </p:spTree>
    <p:extLst>
      <p:ext uri="{BB962C8B-B14F-4D97-AF65-F5344CB8AC3E}">
        <p14:creationId xmlns:p14="http://schemas.microsoft.com/office/powerpoint/2010/main" val="166464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DB656-97AF-262B-655F-053D1101E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60D29-730F-E622-3B6D-594F4BE0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CB65FD-1A40-6F43-D912-CD659CBAA0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9" t="6820" r="2620" b="3519"/>
          <a:stretch>
            <a:fillRect/>
          </a:stretch>
        </p:blipFill>
        <p:spPr>
          <a:xfrm>
            <a:off x="4089869" y="1881353"/>
            <a:ext cx="7881414" cy="40047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94A90A3E-D74F-B212-6910-8C98DDADD9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94A90A3E-D74F-B212-6910-8C98DDADD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12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8F68A-2FA7-5C1A-2C7B-CF97A1CE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56AB-42C2-7F1A-5456-1AABA9A43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A2A740-9952-6F2F-0C33-E6ED21F923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2" t="4329" r="3703" b="2419"/>
          <a:stretch>
            <a:fillRect/>
          </a:stretch>
        </p:blipFill>
        <p:spPr>
          <a:xfrm>
            <a:off x="4172607" y="1895256"/>
            <a:ext cx="7889066" cy="4022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7896E33A-AF5D-5A84-9C31-2BC6BC39DA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1: Choose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1600" b="1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7896E33A-AF5D-5A84-9C31-2BC6BC39D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189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D149B-0F17-1F34-5650-84AC480FC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E2AC-7AB7-8CFF-0EE2-A51BFA44B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E307FA-DFA7-3327-F1EC-B245247FAC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0" t="6493" r="1094" b="2426"/>
          <a:stretch>
            <a:fillRect/>
          </a:stretch>
        </p:blipFill>
        <p:spPr>
          <a:xfrm>
            <a:off x="3983419" y="1923724"/>
            <a:ext cx="7977353" cy="39843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7983785A-D7AF-FF56-2590-B20987028D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2: Build residual graph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sz="1600" b="1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7983785A-D7AF-FF56-2590-B20987028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590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5C131-18AE-0E1A-1D52-2565DD1F5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560D-5EC0-8992-359F-362880B6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2982848-CC96-23C5-2A36-B3E0BF767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911" y="1881142"/>
            <a:ext cx="8036212" cy="4194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ontent Placeholder 4">
                <a:extLst>
                  <a:ext uri="{FF2B5EF4-FFF2-40B4-BE49-F238E27FC236}">
                    <a16:creationId xmlns:a16="http://schemas.microsoft.com/office/drawing/2014/main" id="{321650CF-98F5-0054-B732-B54DF325C7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56" name="Content Placeholder 4">
                <a:extLst>
                  <a:ext uri="{FF2B5EF4-FFF2-40B4-BE49-F238E27FC236}">
                    <a16:creationId xmlns:a16="http://schemas.microsoft.com/office/drawing/2014/main" id="{321650CF-98F5-0054-B732-B54DF325C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7612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63D6-6FCC-0ACB-90ED-11068774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920FF-2D7B-F4D4-DE1A-705B37B4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D2BF9C-7377-3BA7-640A-9FF4D93959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45"/>
          <a:stretch>
            <a:fillRect/>
          </a:stretch>
        </p:blipFill>
        <p:spPr>
          <a:xfrm>
            <a:off x="3867804" y="1985672"/>
            <a:ext cx="8109781" cy="41106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FA0966-4753-8CFF-E9BB-002D4A5DDE1D}"/>
                  </a:ext>
                </a:extLst>
              </p:cNvPr>
              <p:cNvSpPr txBox="1"/>
              <p:nvPr/>
            </p:nvSpPr>
            <p:spPr>
              <a:xfrm>
                <a:off x="9053611" y="5454869"/>
                <a:ext cx="210206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C00000"/>
                    </a:solidFill>
                  </a:rPr>
                  <a:t>Bottleneck: 5 (4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b="1" dirty="0">
                    <a:solidFill>
                      <a:srgbClr val="C00000"/>
                    </a:solidFill>
                  </a:rPr>
                  <a:t>2)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FA0966-4753-8CFF-E9BB-002D4A5DD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3611" y="5454869"/>
                <a:ext cx="2102069" cy="338554"/>
              </a:xfrm>
              <a:prstGeom prst="rect">
                <a:avLst/>
              </a:prstGeom>
              <a:blipFill>
                <a:blip r:embed="rId3"/>
                <a:stretch>
                  <a:fillRect l="-1449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E7657AC2-0DE4-5CA2-CE0E-A743B1BC5D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4: Detect a negative cycle</a:t>
                </a:r>
                <a:r>
                  <a:rPr lang="en-US" sz="1600" dirty="0"/>
                  <a:t>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E7657AC2-0DE4-5CA2-CE0E-A743B1BC5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4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723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CD3E3-A98D-19B1-6C5C-0AECC65B6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17977-34B2-C595-3363-AE8E42B64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4A3234-2146-B8E1-6CA1-DF21811884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2" t="4329" r="3703" b="2419"/>
          <a:stretch>
            <a:fillRect/>
          </a:stretch>
        </p:blipFill>
        <p:spPr>
          <a:xfrm>
            <a:off x="4172607" y="1895256"/>
            <a:ext cx="7889066" cy="4022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5A35C028-B0B0-6CA3-46A6-69E1827D0A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5A35C028-B0B0-6CA3-46A6-69E1827D0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E0B462B-D02E-32B6-E310-541F6048BA17}"/>
              </a:ext>
            </a:extLst>
          </p:cNvPr>
          <p:cNvSpPr txBox="1"/>
          <p:nvPr/>
        </p:nvSpPr>
        <p:spPr>
          <a:xfrm>
            <a:off x="4629804" y="2182608"/>
            <a:ext cx="1271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Before:</a:t>
            </a:r>
          </a:p>
        </p:txBody>
      </p:sp>
    </p:spTree>
    <p:extLst>
      <p:ext uri="{BB962C8B-B14F-4D97-AF65-F5344CB8AC3E}">
        <p14:creationId xmlns:p14="http://schemas.microsoft.com/office/powerpoint/2010/main" val="52192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3CCB2-04C8-B2FD-D108-C5D391B67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2B6D8-40C4-67BA-1F90-B4C25A7D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44B5C-B5A9-E7E5-AA38-6FA166942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3" r="1429"/>
          <a:stretch>
            <a:fillRect/>
          </a:stretch>
        </p:blipFill>
        <p:spPr>
          <a:xfrm>
            <a:off x="4174729" y="1997299"/>
            <a:ext cx="7870126" cy="3993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8D5B72-907C-761A-42EB-B0F79EE98530}"/>
              </a:ext>
            </a:extLst>
          </p:cNvPr>
          <p:cNvSpPr txBox="1"/>
          <p:nvPr/>
        </p:nvSpPr>
        <p:spPr>
          <a:xfrm>
            <a:off x="4629804" y="2182608"/>
            <a:ext cx="1271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After: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4241FCA7-5A0C-CFC2-BF2D-5BF2C97174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4241FCA7-5A0C-CFC2-BF2D-5BF2C9717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1514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569A6-4CF5-D1DA-0243-FE34D198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F1666-8A35-EDEE-69AF-B08BDCAF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CDFEC-4E70-DF5E-9F5D-DCCF69AA9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206" y="2039008"/>
            <a:ext cx="7965669" cy="4057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9A45CF11-9DD2-4B6A-6C0F-2964BB9ED2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9A45CF11-9DD2-4B6A-6C0F-2964BB9ED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7C790FD-DA2E-9C14-D1AA-7D0E4A57851C}"/>
              </a:ext>
            </a:extLst>
          </p:cNvPr>
          <p:cNvSpPr txBox="1"/>
          <p:nvPr/>
        </p:nvSpPr>
        <p:spPr>
          <a:xfrm>
            <a:off x="4629804" y="2182608"/>
            <a:ext cx="146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New residual:</a:t>
            </a:r>
          </a:p>
        </p:txBody>
      </p:sp>
    </p:spTree>
    <p:extLst>
      <p:ext uri="{BB962C8B-B14F-4D97-AF65-F5344CB8AC3E}">
        <p14:creationId xmlns:p14="http://schemas.microsoft.com/office/powerpoint/2010/main" val="2067793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B2D19-ED96-D6C6-8A77-4FC2C640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F4DE-4BB2-3608-AF04-EF23D9CA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35C4D-0340-DDE7-0C5E-6DABF44A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634" y="1975474"/>
            <a:ext cx="7983600" cy="41208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F0B45CE6-7C5C-8FB2-6990-8A693CD48C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F0B45CE6-7C5C-8FB2-6990-8A693CD48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0677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3FE6-91AE-C47B-F1B3-6E8BDA8B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0B5B6-C2FC-01CD-4D0B-4DFBB8EAA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82EFC-BAA3-B243-6409-0295E3EBC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932" y="1976313"/>
            <a:ext cx="8016052" cy="41410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1B9750BA-EFAB-AD37-D7AA-B496CF569E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4: Detect a negative cycle</a:t>
                </a:r>
                <a:r>
                  <a:rPr lang="en-US" sz="1600" dirty="0"/>
                  <a:t>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1B9750BA-EFAB-AD37-D7AA-B496CF569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4139FA-BF78-B2C9-255A-9452356E6924}"/>
                  </a:ext>
                </a:extLst>
              </p:cNvPr>
              <p:cNvSpPr txBox="1"/>
              <p:nvPr/>
            </p:nvSpPr>
            <p:spPr>
              <a:xfrm>
                <a:off x="9053611" y="5454869"/>
                <a:ext cx="259295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C00000"/>
                    </a:solidFill>
                  </a:rPr>
                  <a:t>Bottleneck: 5 (4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b="1" dirty="0">
                    <a:solidFill>
                      <a:srgbClr val="C00000"/>
                    </a:solidFill>
                  </a:rPr>
                  <a:t>3 or 6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b="1" dirty="0">
                    <a:solidFill>
                      <a:srgbClr val="C00000"/>
                    </a:solidFill>
                  </a:rPr>
                  <a:t>4)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4139FA-BF78-B2C9-255A-9452356E6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3611" y="5454869"/>
                <a:ext cx="2592957" cy="338554"/>
              </a:xfrm>
              <a:prstGeom prst="rect">
                <a:avLst/>
              </a:prstGeom>
              <a:blipFill>
                <a:blip r:embed="rId4"/>
                <a:stretch>
                  <a:fillRect l="-1174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3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1D0D7-97DA-2CB8-CFB8-4EAEFF90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2B25-82A2-32C1-59E6-090DFB98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B107AC-5CCB-B2AE-26CC-1840C411A1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3" r="1429"/>
          <a:stretch>
            <a:fillRect/>
          </a:stretch>
        </p:blipFill>
        <p:spPr>
          <a:xfrm>
            <a:off x="4174729" y="1997299"/>
            <a:ext cx="7870126" cy="3993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7376FD-615C-B3D3-27F3-0369703E1673}"/>
              </a:ext>
            </a:extLst>
          </p:cNvPr>
          <p:cNvSpPr txBox="1"/>
          <p:nvPr/>
        </p:nvSpPr>
        <p:spPr>
          <a:xfrm>
            <a:off x="4629804" y="2182608"/>
            <a:ext cx="1271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Before: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BBF96018-6B46-9044-EB77-0630CF07B3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BBF96018-6B46-9044-EB77-0630CF07B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364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03E4-425E-7FDE-11C6-0C383D41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4DD85-ED2A-AD3B-E221-9E038ABE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70181-8FB4-A9E8-D419-5469875AB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363" y="1891328"/>
            <a:ext cx="7940921" cy="41155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228E3BD-6B60-A98C-3F16-CA92FA02E1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228E3BD-6B60-A98C-3F16-CA92FA02E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ABCE3F4-E28F-4418-54A0-4081B68DB151}"/>
              </a:ext>
            </a:extLst>
          </p:cNvPr>
          <p:cNvSpPr txBox="1"/>
          <p:nvPr/>
        </p:nvSpPr>
        <p:spPr>
          <a:xfrm>
            <a:off x="4629804" y="2182608"/>
            <a:ext cx="1271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After:</a:t>
            </a:r>
          </a:p>
        </p:txBody>
      </p:sp>
    </p:spTree>
    <p:extLst>
      <p:ext uri="{BB962C8B-B14F-4D97-AF65-F5344CB8AC3E}">
        <p14:creationId xmlns:p14="http://schemas.microsoft.com/office/powerpoint/2010/main" val="2164493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7FE59-2365-2025-7BEA-B932D9C4B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486CE-DC99-3318-0FC2-E2C60DF9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870DD8-9A08-CB76-FAFF-483AE4BDC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960" y="2040315"/>
            <a:ext cx="7916624" cy="40414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B6C79231-29D1-6BA7-0A79-F84E3A6E12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B6C79231-29D1-6BA7-0A79-F84E3A6E1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7344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86825-C54A-5AA0-1E1F-67B766EDD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94EE-D960-EABD-5BC8-0BDE5983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A62550-09D3-4D7A-DABF-0EBA6A308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616" y="2021305"/>
            <a:ext cx="7965618" cy="40750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12DF5C1-C4A5-C13B-FACF-CE7CF4924E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</a:t>
                </a:r>
                <a:r>
                  <a:rPr lang="en-US" sz="1600" b="1" dirty="0"/>
                  <a:t>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12DF5C1-C4A5-C13B-FACF-CE7CF4924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3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085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6CEEB-EE4F-F802-A92C-390C3C032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B10BE-6A71-777B-367B-64123081F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CD1F2-9332-DBB0-664B-3BAAD9C36A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38" b="-4838"/>
          <a:stretch>
            <a:fillRect/>
          </a:stretch>
        </p:blipFill>
        <p:spPr>
          <a:xfrm>
            <a:off x="4092712" y="2161413"/>
            <a:ext cx="7716714" cy="41604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A28BC0-F44E-0457-6B57-7B1CB4D59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452" y="2054914"/>
            <a:ext cx="8043973" cy="4106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E5FEB750-2FF2-56DD-8BE1-71025813D3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1: Choose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set maximum flow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2: Build residual graph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6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 sz="1600" u="sng" dirty="0"/>
                  <a:t>Iterative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3: Find SCCs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4: Detect a negative cycle- </a:t>
                </a:r>
                <a:r>
                  <a:rPr lang="en-US" sz="1600" b="1" dirty="0"/>
                  <a:t>terminate if not found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5: Augment flow along negative cycle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 Step 6: Rebuild residual graph and repeat main loop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E5FEB750-2FF2-56DD-8BE1-71025813D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74" y="3296491"/>
                <a:ext cx="4883106" cy="2799838"/>
              </a:xfrm>
              <a:prstGeom prst="rect">
                <a:avLst/>
              </a:prstGeom>
              <a:blipFill>
                <a:blip r:embed="rId5"/>
                <a:stretch>
                  <a:fillRect l="-2622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09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558E9-57A0-0E3C-26A2-CD7475B6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DA2A1-CB98-FAA9-F331-5023A8B3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Cycle Cancelling Algorithm</a:t>
            </a:r>
            <a:br>
              <a:rPr lang="en-US" dirty="0"/>
            </a:br>
            <a:r>
              <a:rPr lang="en-US" sz="4000" dirty="0"/>
              <a:t>Demonstration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75FEF5-B196-2BEF-56F0-1A7CC6C4E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589" y="2372591"/>
            <a:ext cx="7170822" cy="371643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B05037-8592-FEBE-F1AD-06A277C2D99A}"/>
              </a:ext>
            </a:extLst>
          </p:cNvPr>
          <p:cNvSpPr txBox="1">
            <a:spLocks/>
          </p:cNvSpPr>
          <p:nvPr/>
        </p:nvSpPr>
        <p:spPr>
          <a:xfrm>
            <a:off x="3101132" y="1905730"/>
            <a:ext cx="5989736" cy="481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The minimum cost path for the maximum flow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B6C821F8-4420-54DD-4B19-7F926771FA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05481" y="3022224"/>
                <a:ext cx="2704506" cy="392959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fontScale="85000" lnSpcReduction="10000"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𝒄𝒐𝒔𝒕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B6C821F8-4420-54DD-4B19-7F926771F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481" y="3022224"/>
                <a:ext cx="2704506" cy="3929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257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F7A0B-BA98-E81A-8DFB-6BE26A2F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D6B68-1D1E-A358-D271-F7D853AA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Algorithm Runtime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CBAF48D3-7457-6717-9A80-A7565032A0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 </a:t>
                </a:r>
                <a:r>
                  <a:rPr lang="en-US" sz="2200" u="sng" dirty="0"/>
                  <a:t>Initial Maximum Flow: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Utilizes </a:t>
                </a:r>
                <a:r>
                  <a:rPr lang="en-US" sz="2000" dirty="0" err="1"/>
                  <a:t>nx.maximum_flow</a:t>
                </a:r>
                <a:r>
                  <a:rPr lang="en-US" sz="2000" dirty="0"/>
                  <a:t> (</a:t>
                </a:r>
                <a:r>
                  <a:rPr lang="en-US" sz="2000" dirty="0" err="1"/>
                  <a:t>Preflow</a:t>
                </a:r>
                <a:r>
                  <a:rPr lang="en-US" sz="2000" dirty="0"/>
                  <a:t>-Push) with complexity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∙</m:t>
                        </m:r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Alternative (Edmonds Karp) complexity: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Total initialization: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b="1" dirty="0"/>
                  <a:t>      </a:t>
                </a:r>
                <a:r>
                  <a:rPr lang="en-US" sz="1600" dirty="0"/>
                  <a:t>(conservative worst-case estimate)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 </a:t>
                </a:r>
                <a:r>
                  <a:rPr lang="en-US" sz="2200" u="sng" dirty="0"/>
                  <a:t>Residual Graph Construction: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Generate forward and backward edges.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Total time: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CBAF48D3-7457-6717-9A80-A7565032A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  <a:blipFill>
                <a:blip r:embed="rId3"/>
                <a:stretch>
                  <a:fillRect l="-1576" t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6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DA006-7004-16D3-0668-0DC6E493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2E0AE-6DEA-9357-C89B-025360BB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Algorithm Runtime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14CC6D88-80BF-0B3D-BE10-C0D7C66130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 </a:t>
                </a:r>
                <a:r>
                  <a:rPr lang="en-US" sz="2200" u="sng" dirty="0"/>
                  <a:t>Strongly Connected Components (SCC):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BFS-based connectivity analysis.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Total time: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endParaRPr lang="en-US" sz="1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 </a:t>
                </a:r>
                <a:r>
                  <a:rPr lang="en-US" sz="2200" u="sng" dirty="0"/>
                  <a:t>Negative Cycle Detection: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Dominated by the Bellman-Ford algorithm.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Total time: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14CC6D88-80BF-0B3D-BE10-C0D7C6613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  <a:blipFill>
                <a:blip r:embed="rId3"/>
                <a:stretch>
                  <a:fillRect l="-1576" t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89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BEF68-3E29-EE77-5588-DEDA9A833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578F-3198-4A52-1C9A-E0E50E78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Algorithm Runtime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2780B15F-CE15-9761-4112-95595341FA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 </a:t>
                </a:r>
                <a:r>
                  <a:rPr lang="en-US" sz="2200" u="sng" dirty="0"/>
                  <a:t>Flow Augmentation: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Update the flow on the edges along the cycle path.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Total time: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endParaRPr lang="en-US" sz="1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 </a:t>
                </a:r>
                <a:r>
                  <a:rPr lang="en-US" sz="2200" u="sng" dirty="0"/>
                  <a:t>Total Cost per Iteration: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Primarily driven by negative cycle detection.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</m:groupCh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𝒓𝒆𝒔𝒊𝒅𝒖𝒂𝒍</m:t>
                              </m:r>
                            </m:lim>
                          </m:limLow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limLow>
                            <m:limLow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</m:groupCh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𝑺𝑪𝑪</m:t>
                              </m:r>
                            </m:lim>
                          </m:limLow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limLow>
                            <m:limLow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</m:groupChr>
                            </m:e>
                            <m:lim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𝒇𝒊𝒏𝒅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𝒄𝒚𝒄𝒍𝒆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limLow>
                            <m:limLow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</m:groupChr>
                            </m:e>
                            <m:lim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𝒖𝒈𝒎𝒆𝒏𝒕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𝒄𝒚𝒄𝒍𝒆</m:t>
                                    </m:r>
                                  </m:e>
                                </m:mr>
                              </m:m>
                            </m:lim>
                          </m:limLow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2780B15F-CE15-9761-4112-95595341FA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  <a:blipFill>
                <a:blip r:embed="rId3"/>
                <a:stretch>
                  <a:fillRect l="-1576" t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94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256D-3BE2-B9D5-7EC8-DA04132E0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EA53-D305-97D2-7763-F91EA670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Algorithm Runtime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FC349036-D323-2B57-1D7A-66AF99817C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 </a:t>
                </a:r>
                <a:r>
                  <a:rPr lang="en-US" sz="2200" u="sng" dirty="0"/>
                  <a:t>Number Of Iterations (The Limiting Factor):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amount of augmentations is not strictly bounded by the graph size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algorithm can perform a large number of iterations </a:t>
                </a:r>
                <a:r>
                  <a:rPr lang="en-US" sz="2000" b="1" dirty="0"/>
                  <a:t>if capacity and weight values are high</a:t>
                </a:r>
                <a:r>
                  <a:rPr lang="en-US" sz="2000" dirty="0"/>
                  <a:t>- each step only guarantees a minimum cost reduction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unit.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FC349036-D323-2B57-1D7A-66AF99817C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  <a:blipFill>
                <a:blip r:embed="rId3"/>
                <a:stretch>
                  <a:fillRect l="-1576" t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48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414F0-5C6A-5FB6-55AF-05259897C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DD7A-A241-3770-D719-E5A8A5F1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Algorithm Runtime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D311DD83-0869-05D5-0152-9F20C80E7E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 </a:t>
                </a:r>
                <a:r>
                  <a:rPr lang="en-US" sz="2200" u="sng" dirty="0"/>
                  <a:t>Number Of Iterations (The Limiting Factor):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Upper bound on iterations: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</m:oMath>
                </a14:m>
                <a:endParaRPr lang="en-US" sz="2000" u="sng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: maximum edge capacity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: maximum absolute edge weight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 </a:t>
                </a:r>
                <a:r>
                  <a:rPr lang="en-US" sz="2200" u="sng" dirty="0"/>
                  <a:t>Total Runtime Analysis: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Combined worst-case complexity.</a:t>
                </a:r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</m:oMath>
                  </m:oMathPara>
                </a14:m>
                <a:endParaRPr lang="en-US" sz="2000" u="sng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D311DD83-0869-05D5-0152-9F20C80E7E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  <a:blipFill>
                <a:blip r:embed="rId3"/>
                <a:stretch>
                  <a:fillRect l="-1576" t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7608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423C7C-9E92-4415-D557-6DC68AC01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DE2D-49D3-7E06-EABD-C5A974AE8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6" y="331942"/>
            <a:ext cx="12184314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dirty="0"/>
              <a:t>Testing the Model</a:t>
            </a:r>
          </a:p>
        </p:txBody>
      </p:sp>
    </p:spTree>
    <p:extLst>
      <p:ext uri="{BB962C8B-B14F-4D97-AF65-F5344CB8AC3E}">
        <p14:creationId xmlns:p14="http://schemas.microsoft.com/office/powerpoint/2010/main" val="31425087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D368F-A479-F237-13D3-3CF2591F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1D20-EBD9-EFC5-2E6E-20FB27DD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Method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F566B850-E1FA-C864-5F3A-8EA606051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We first compared our results to the examples and solutions provided on:</a:t>
            </a:r>
          </a:p>
          <a:p>
            <a:pPr marL="0" indent="0">
              <a:buNone/>
            </a:pPr>
            <a:r>
              <a:rPr lang="en-US" u="sng" dirty="0">
                <a:hlinkClick r:id="rId2"/>
              </a:rPr>
              <a:t>https://algorithms.discrete.ma.tum.de/graph-algorithms/flow-cycle-cancelling/index_en.html</a:t>
            </a:r>
            <a:endParaRPr lang="en-US" u="sng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Website hosted by the Technical University of Munich (TUM)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Provides interactive graph algorithm demonstrations.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Includes step-by-step examples and solutions for the Cycle Cancelling algorithm.</a:t>
            </a:r>
          </a:p>
          <a:p>
            <a:pPr marL="201168" lvl="1" indent="0">
              <a:buNone/>
            </a:pPr>
            <a:endParaRPr lang="en-US" sz="2400" dirty="0"/>
          </a:p>
          <a:p>
            <a:pPr marL="201168" lvl="1" indent="0">
              <a:buNone/>
            </a:pPr>
            <a:r>
              <a:rPr lang="en-US" sz="2400" dirty="0"/>
              <a:t>This allowed us to validate that our implementation produces correct flows and costs on known examples.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8936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48BF-FDE1-A12E-B49C-3280A52A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D5687-F3FA-B73F-4015-BAC4C98AF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Method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4A147F-6947-EF26-F010-F176756A6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After initial verification, we compared our results against </a:t>
            </a:r>
            <a:r>
              <a:rPr lang="en-US" sz="2400" dirty="0" err="1"/>
              <a:t>NetworkX’s</a:t>
            </a:r>
            <a:r>
              <a:rPr lang="en-US" sz="2400" dirty="0"/>
              <a:t> built-in Min-Cost Flow algorithm.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We specifically checked: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Maximum flow value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Final flow dictionary (distribution of flow on edges)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Total minimum cost achieved</a:t>
            </a:r>
          </a:p>
          <a:p>
            <a:pPr marL="201168" lvl="1" indent="0"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This ensured accuracy and consistency of our implementation against a reliable, widely used library.</a:t>
            </a:r>
          </a:p>
          <a:p>
            <a:pPr marL="201168" lvl="1" indent="0">
              <a:buNone/>
            </a:pPr>
            <a:endParaRPr lang="en-US" sz="2000" dirty="0"/>
          </a:p>
          <a:p>
            <a:pPr marL="201168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458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37124-58C4-F987-1920-7DEDEEA24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FDCD-E023-6EE8-BCEE-D13690E3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Method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05930E0-6FCB-1774-1CE7-4A0B9073F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Test the algorithms of various graph types: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Diverse Topologies:</a:t>
            </a:r>
            <a:br>
              <a:rPr lang="en-US" sz="2400" dirty="0"/>
            </a:br>
            <a:r>
              <a:rPr lang="en-US" sz="2400" dirty="0"/>
              <a:t>Used </a:t>
            </a:r>
            <a:r>
              <a:rPr lang="en-US" sz="2400" dirty="0" err="1"/>
              <a:t>NetworkX</a:t>
            </a:r>
            <a:r>
              <a:rPr lang="en-US" sz="2400" dirty="0"/>
              <a:t> random graph generation to ensure unbiased testing environments.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Density Scaling:</a:t>
            </a:r>
            <a:br>
              <a:rPr lang="en-US" sz="2400" b="1" dirty="0"/>
            </a:br>
            <a:r>
              <a:rPr lang="en-US" sz="2400" dirty="0"/>
              <a:t>Varied edge density percentages to verify stability in both sparse and dense configurations.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97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BBD9-943B-407D-331C-DC292AB5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Next Steps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4792C7-8301-DC32-763C-AA8A9A349C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 E</a:t>
                </a:r>
                <a:r>
                  <a:rPr lang="en-US" dirty="0"/>
                  <a:t>xpand benchmarks to larger datasets and complex topologies.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 Contribution to </a:t>
                </a:r>
                <a:r>
                  <a:rPr lang="en-US" dirty="0" err="1"/>
                  <a:t>NetworkX</a:t>
                </a:r>
                <a:r>
                  <a:rPr lang="en-US" dirty="0"/>
                  <a:t>- submit a formal Pull Request to integrate the algorithm in the library.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 </a:t>
                </a:r>
                <a:r>
                  <a:rPr lang="en-US" b="1" dirty="0"/>
                  <a:t>Implementation of Minimum Mean Cycle Selection: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Incorporate </a:t>
                </a:r>
                <a:r>
                  <a:rPr lang="en-US" u="sng" dirty="0"/>
                  <a:t>Karp’s Algorithm</a:t>
                </a:r>
                <a:r>
                  <a:rPr lang="en-US" dirty="0"/>
                  <a:t> to identify cycles with the minimum mean cost per edge.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Impact: Transforms the algorithm from pseudo-polynomial to Strongly Polynomial.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Complexity: Achieves a strongly polynomial runtime bound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4792C7-8301-DC32-763C-AA8A9A349C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6" t="-1970" r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204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ECEE2-B13A-BE9E-FD3F-CA1B908C8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754" y="639097"/>
            <a:ext cx="6253317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Any Questions??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A54EF-E9E6-A1B6-CA2F-04A5C71EA19A}"/>
              </a:ext>
            </a:extLst>
          </p:cNvPr>
          <p:cNvSpPr txBox="1"/>
          <p:nvPr/>
        </p:nvSpPr>
        <p:spPr>
          <a:xfrm>
            <a:off x="5289753" y="4455621"/>
            <a:ext cx="6269347" cy="1238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sz="2400" cap="all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Thank you for your time </a:t>
            </a:r>
          </a:p>
        </p:txBody>
      </p:sp>
      <p:pic>
        <p:nvPicPr>
          <p:cNvPr id="8" name="Graphic 7" descr="Help">
            <a:extLst>
              <a:ext uri="{FF2B5EF4-FFF2-40B4-BE49-F238E27FC236}">
                <a16:creationId xmlns:a16="http://schemas.microsoft.com/office/drawing/2014/main" id="{B2E00DB2-6133-A412-ABEC-0CB394080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900" y="1692922"/>
            <a:ext cx="4001315" cy="400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05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Retrospec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Custom 1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8C8C8C"/>
      </a:accent1>
      <a:accent2>
        <a:srgbClr val="E8E8E8"/>
      </a:accent2>
      <a:accent3>
        <a:srgbClr val="BABABA"/>
      </a:accent3>
      <a:accent4>
        <a:srgbClr val="E9EBE7"/>
      </a:accent4>
      <a:accent5>
        <a:srgbClr val="F2F1E5"/>
      </a:accent5>
      <a:accent6>
        <a:srgbClr val="D4D9CF"/>
      </a:accent6>
      <a:hlink>
        <a:srgbClr val="E6E4CC"/>
      </a:hlink>
      <a:folHlink>
        <a:srgbClr val="E0E4DA"/>
      </a:folHlink>
    </a:clrScheme>
    <a:fontScheme name="Custom 3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5802</TotalTime>
  <Words>2665</Words>
  <Application>Microsoft Office PowerPoint</Application>
  <PresentationFormat>Widescreen</PresentationFormat>
  <Paragraphs>353</Paragraphs>
  <Slides>47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Aptos</vt:lpstr>
      <vt:lpstr>Arial</vt:lpstr>
      <vt:lpstr>Calibri</vt:lpstr>
      <vt:lpstr>Calibri Light</vt:lpstr>
      <vt:lpstr>Cambria Math</vt:lpstr>
      <vt:lpstr>Google Sans Text</vt:lpstr>
      <vt:lpstr>Segoe UI</vt:lpstr>
      <vt:lpstr>Wingdings</vt:lpstr>
      <vt:lpstr>Retrospect</vt:lpstr>
      <vt:lpstr>1_Retrospect</vt:lpstr>
      <vt:lpstr>Cycle Cancelling Algorithm in NetworkX</vt:lpstr>
      <vt:lpstr>Project Overview</vt:lpstr>
      <vt:lpstr>Why Do We Care About MCMF?</vt:lpstr>
      <vt:lpstr>Why Do We Care About MCMF?</vt:lpstr>
      <vt:lpstr>Min Cost Max Flow Problem</vt:lpstr>
      <vt:lpstr>Network Model</vt:lpstr>
      <vt:lpstr>Network Model</vt:lpstr>
      <vt:lpstr>The Goal</vt:lpstr>
      <vt:lpstr>Problem Formulation</vt:lpstr>
      <vt:lpstr>Problem Formulation</vt:lpstr>
      <vt:lpstr>Residual Graph</vt:lpstr>
      <vt:lpstr>Cycle Cancelling Algorithm Overview</vt:lpstr>
      <vt:lpstr>Cycle Cancelling Algorithm Overview</vt:lpstr>
      <vt:lpstr>Cycle Cancelling Algorithm Overview</vt:lpstr>
      <vt:lpstr>Cycle Cancelling Algorithm Overview</vt:lpstr>
      <vt:lpstr>Cycle Cancelling Algorithm Overview</vt:lpstr>
      <vt:lpstr>Cycle Cancelling Algorithm Overview</vt:lpstr>
      <vt:lpstr>Cycle Cancelling Algorithm Overview</vt:lpstr>
      <vt:lpstr>Cycle Cancelling Algorithm Overview</vt:lpstr>
      <vt:lpstr>Cycle Cancelling Algorithm Overview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Cycle Cancelling Algorithm Demonstration</vt:lpstr>
      <vt:lpstr>Algorithm Runtime</vt:lpstr>
      <vt:lpstr>Algorithm Runtime</vt:lpstr>
      <vt:lpstr>Algorithm Runtime</vt:lpstr>
      <vt:lpstr>Algorithm Runtime</vt:lpstr>
      <vt:lpstr>Algorithm Runtime</vt:lpstr>
      <vt:lpstr>Testing the Model</vt:lpstr>
      <vt:lpstr>Testing Method</vt:lpstr>
      <vt:lpstr>Testing Method</vt:lpstr>
      <vt:lpstr>Testing Method</vt:lpstr>
      <vt:lpstr>Next Steps</vt:lpstr>
      <vt:lpstr>Any 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 Michaeli</dc:creator>
  <cp:lastModifiedBy>Ofir Kabiri</cp:lastModifiedBy>
  <cp:revision>171</cp:revision>
  <dcterms:created xsi:type="dcterms:W3CDTF">2025-01-15T12:04:02Z</dcterms:created>
  <dcterms:modified xsi:type="dcterms:W3CDTF">2025-12-30T17:29:44Z</dcterms:modified>
</cp:coreProperties>
</file>