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fir Kabiri" userId="0cce55a5-9953-4b04-98ed-30e068d7c696" providerId="ADAL" clId="{B0F0180A-C743-4169-B2F5-17FCDE966BF3}"/>
    <pc:docChg chg="undo custSel addSld modSld">
      <pc:chgData name="Ofir Kabiri" userId="0cce55a5-9953-4b04-98ed-30e068d7c696" providerId="ADAL" clId="{B0F0180A-C743-4169-B2F5-17FCDE966BF3}" dt="2025-12-17T17:38:58.931" v="1096" actId="1076"/>
      <pc:docMkLst>
        <pc:docMk/>
      </pc:docMkLst>
      <pc:sldChg chg="modSp mod">
        <pc:chgData name="Ofir Kabiri" userId="0cce55a5-9953-4b04-98ed-30e068d7c696" providerId="ADAL" clId="{B0F0180A-C743-4169-B2F5-17FCDE966BF3}" dt="2025-12-17T16:32:56.267" v="63" actId="20577"/>
        <pc:sldMkLst>
          <pc:docMk/>
          <pc:sldMk cId="814561212" sldId="256"/>
        </pc:sldMkLst>
        <pc:spChg chg="mod">
          <ac:chgData name="Ofir Kabiri" userId="0cce55a5-9953-4b04-98ed-30e068d7c696" providerId="ADAL" clId="{B0F0180A-C743-4169-B2F5-17FCDE966BF3}" dt="2025-12-17T16:32:56.267" v="63" actId="20577"/>
          <ac:spMkLst>
            <pc:docMk/>
            <pc:sldMk cId="814561212" sldId="256"/>
            <ac:spMk id="35" creationId="{2F1FD40D-51D8-357C-AD2F-3A69C95A904A}"/>
          </ac:spMkLst>
        </pc:spChg>
      </pc:sldChg>
      <pc:sldChg chg="addSp modSp add mod">
        <pc:chgData name="Ofir Kabiri" userId="0cce55a5-9953-4b04-98ed-30e068d7c696" providerId="ADAL" clId="{B0F0180A-C743-4169-B2F5-17FCDE966BF3}" dt="2025-12-17T16:36:28.222" v="91" actId="1035"/>
        <pc:sldMkLst>
          <pc:docMk/>
          <pc:sldMk cId="1311383755" sldId="257"/>
        </pc:sldMkLst>
        <pc:spChg chg="add mod">
          <ac:chgData name="Ofir Kabiri" userId="0cce55a5-9953-4b04-98ed-30e068d7c696" providerId="ADAL" clId="{B0F0180A-C743-4169-B2F5-17FCDE966BF3}" dt="2025-12-17T16:30:02.239" v="45" actId="20577"/>
          <ac:spMkLst>
            <pc:docMk/>
            <pc:sldMk cId="1311383755" sldId="257"/>
            <ac:spMk id="2" creationId="{7574AF87-46B2-0D7A-7137-1269D4097E4C}"/>
          </ac:spMkLst>
        </pc:spChg>
        <pc:spChg chg="mod">
          <ac:chgData name="Ofir Kabiri" userId="0cce55a5-9953-4b04-98ed-30e068d7c696" providerId="ADAL" clId="{B0F0180A-C743-4169-B2F5-17FCDE966BF3}" dt="2025-12-17T16:30:24.906" v="51" actId="13822"/>
          <ac:spMkLst>
            <pc:docMk/>
            <pc:sldMk cId="1311383755" sldId="257"/>
            <ac:spMk id="4" creationId="{97D25118-A05C-C786-787C-ACA34F5539FC}"/>
          </ac:spMkLst>
        </pc:spChg>
        <pc:spChg chg="mod">
          <ac:chgData name="Ofir Kabiri" userId="0cce55a5-9953-4b04-98ed-30e068d7c696" providerId="ADAL" clId="{B0F0180A-C743-4169-B2F5-17FCDE966BF3}" dt="2025-12-17T16:30:21.298" v="50" actId="13822"/>
          <ac:spMkLst>
            <pc:docMk/>
            <pc:sldMk cId="1311383755" sldId="257"/>
            <ac:spMk id="10" creationId="{EC563E51-5D4F-4D32-B5F6-FD6433CA57A2}"/>
          </ac:spMkLst>
        </pc:spChg>
        <pc:spChg chg="mod">
          <ac:chgData name="Ofir Kabiri" userId="0cce55a5-9953-4b04-98ed-30e068d7c696" providerId="ADAL" clId="{B0F0180A-C743-4169-B2F5-17FCDE966BF3}" dt="2025-12-17T16:31:07.335" v="54" actId="14100"/>
          <ac:spMkLst>
            <pc:docMk/>
            <pc:sldMk cId="1311383755" sldId="257"/>
            <ac:spMk id="31" creationId="{FAF2369F-5633-F286-5520-0651AA39CD48}"/>
          </ac:spMkLst>
        </pc:spChg>
        <pc:spChg chg="mod">
          <ac:chgData name="Ofir Kabiri" userId="0cce55a5-9953-4b04-98ed-30e068d7c696" providerId="ADAL" clId="{B0F0180A-C743-4169-B2F5-17FCDE966BF3}" dt="2025-12-17T16:35:33.955" v="69" actId="20577"/>
          <ac:spMkLst>
            <pc:docMk/>
            <pc:sldMk cId="1311383755" sldId="257"/>
            <ac:spMk id="33" creationId="{275C5E36-A273-B2F4-66CE-FB0132B71B27}"/>
          </ac:spMkLst>
        </pc:spChg>
        <pc:spChg chg="mod">
          <ac:chgData name="Ofir Kabiri" userId="0cce55a5-9953-4b04-98ed-30e068d7c696" providerId="ADAL" clId="{B0F0180A-C743-4169-B2F5-17FCDE966BF3}" dt="2025-12-17T16:35:17.647" v="66" actId="20577"/>
          <ac:spMkLst>
            <pc:docMk/>
            <pc:sldMk cId="1311383755" sldId="257"/>
            <ac:spMk id="39" creationId="{5FD30FBB-D588-3B79-09F9-41808E86DF9B}"/>
          </ac:spMkLst>
        </pc:spChg>
        <pc:spChg chg="mod">
          <ac:chgData name="Ofir Kabiri" userId="0cce55a5-9953-4b04-98ed-30e068d7c696" providerId="ADAL" clId="{B0F0180A-C743-4169-B2F5-17FCDE966BF3}" dt="2025-12-17T16:35:47.636" v="72" actId="20577"/>
          <ac:spMkLst>
            <pc:docMk/>
            <pc:sldMk cId="1311383755" sldId="257"/>
            <ac:spMk id="46" creationId="{45FB867B-13B7-2EC8-AA8A-2213EEFBE94E}"/>
          </ac:spMkLst>
        </pc:spChg>
        <pc:spChg chg="mod">
          <ac:chgData name="Ofir Kabiri" userId="0cce55a5-9953-4b04-98ed-30e068d7c696" providerId="ADAL" clId="{B0F0180A-C743-4169-B2F5-17FCDE966BF3}" dt="2025-12-17T16:36:28.222" v="91" actId="1035"/>
          <ac:spMkLst>
            <pc:docMk/>
            <pc:sldMk cId="1311383755" sldId="257"/>
            <ac:spMk id="48" creationId="{4407D954-32DD-42A4-3F58-C339A0A9E209}"/>
          </ac:spMkLst>
        </pc:spChg>
        <pc:cxnChg chg="mod">
          <ac:chgData name="Ofir Kabiri" userId="0cce55a5-9953-4b04-98ed-30e068d7c696" providerId="ADAL" clId="{B0F0180A-C743-4169-B2F5-17FCDE966BF3}" dt="2025-12-17T16:32:41.016" v="61" actId="208"/>
          <ac:cxnSpMkLst>
            <pc:docMk/>
            <pc:sldMk cId="1311383755" sldId="257"/>
            <ac:cxnSpMk id="13" creationId="{A47DC301-0922-2E33-650B-DA4B0F1EFF8E}"/>
          </ac:cxnSpMkLst>
        </pc:cxnChg>
        <pc:cxnChg chg="mod">
          <ac:chgData name="Ofir Kabiri" userId="0cce55a5-9953-4b04-98ed-30e068d7c696" providerId="ADAL" clId="{B0F0180A-C743-4169-B2F5-17FCDE966BF3}" dt="2025-12-17T16:35:09.393" v="64" actId="14861"/>
          <ac:cxnSpMkLst>
            <pc:docMk/>
            <pc:sldMk cId="1311383755" sldId="257"/>
            <ac:cxnSpMk id="15" creationId="{D114BF5A-B034-1706-B9FB-369977488CEF}"/>
          </ac:cxnSpMkLst>
        </pc:cxnChg>
        <pc:cxnChg chg="mod">
          <ac:chgData name="Ofir Kabiri" userId="0cce55a5-9953-4b04-98ed-30e068d7c696" providerId="ADAL" clId="{B0F0180A-C743-4169-B2F5-17FCDE966BF3}" dt="2025-12-17T16:35:41.211" v="70" actId="14861"/>
          <ac:cxnSpMkLst>
            <pc:docMk/>
            <pc:sldMk cId="1311383755" sldId="257"/>
            <ac:cxnSpMk id="21" creationId="{A191D46E-8CAB-786F-808A-CE510C0FF726}"/>
          </ac:cxnSpMkLst>
        </pc:cxnChg>
        <pc:cxnChg chg="mod">
          <ac:chgData name="Ofir Kabiri" userId="0cce55a5-9953-4b04-98ed-30e068d7c696" providerId="ADAL" clId="{B0F0180A-C743-4169-B2F5-17FCDE966BF3}" dt="2025-12-17T16:35:24.168" v="67" actId="14861"/>
          <ac:cxnSpMkLst>
            <pc:docMk/>
            <pc:sldMk cId="1311383755" sldId="257"/>
            <ac:cxnSpMk id="23" creationId="{6EB2A43C-AFDD-9BE0-7946-EFCC5628C21D}"/>
          </ac:cxnSpMkLst>
        </pc:cxnChg>
        <pc:cxnChg chg="mod">
          <ac:chgData name="Ofir Kabiri" userId="0cce55a5-9953-4b04-98ed-30e068d7c696" providerId="ADAL" clId="{B0F0180A-C743-4169-B2F5-17FCDE966BF3}" dt="2025-12-17T16:35:56.736" v="73" actId="14861"/>
          <ac:cxnSpMkLst>
            <pc:docMk/>
            <pc:sldMk cId="1311383755" sldId="257"/>
            <ac:cxnSpMk id="25" creationId="{99F3DCC0-C5D3-093D-A855-D7852AA9B55C}"/>
          </ac:cxnSpMkLst>
        </pc:cxnChg>
        <pc:cxnChg chg="mod">
          <ac:chgData name="Ofir Kabiri" userId="0cce55a5-9953-4b04-98ed-30e068d7c696" providerId="ADAL" clId="{B0F0180A-C743-4169-B2F5-17FCDE966BF3}" dt="2025-12-17T16:36:25.485" v="85" actId="14861"/>
          <ac:cxnSpMkLst>
            <pc:docMk/>
            <pc:sldMk cId="1311383755" sldId="257"/>
            <ac:cxnSpMk id="29" creationId="{6C950D0F-D552-B7DD-1E60-1045245405C5}"/>
          </ac:cxnSpMkLst>
        </pc:cxnChg>
      </pc:sldChg>
      <pc:sldChg chg="addSp delSp modSp add mod">
        <pc:chgData name="Ofir Kabiri" userId="0cce55a5-9953-4b04-98ed-30e068d7c696" providerId="ADAL" clId="{B0F0180A-C743-4169-B2F5-17FCDE966BF3}" dt="2025-12-17T17:12:35.690" v="676" actId="20577"/>
        <pc:sldMkLst>
          <pc:docMk/>
          <pc:sldMk cId="1506113696" sldId="258"/>
        </pc:sldMkLst>
        <pc:spChg chg="add mod">
          <ac:chgData name="Ofir Kabiri" userId="0cce55a5-9953-4b04-98ed-30e068d7c696" providerId="ADAL" clId="{B0F0180A-C743-4169-B2F5-17FCDE966BF3}" dt="2025-12-17T16:39:20.170" v="155" actId="20577"/>
          <ac:spMkLst>
            <pc:docMk/>
            <pc:sldMk cId="1506113696" sldId="258"/>
            <ac:spMk id="2" creationId="{F025475F-D0A2-FE8C-B1C7-C7BADB100762}"/>
          </ac:spMkLst>
        </pc:spChg>
        <pc:spChg chg="mod">
          <ac:chgData name="Ofir Kabiri" userId="0cce55a5-9953-4b04-98ed-30e068d7c696" providerId="ADAL" clId="{B0F0180A-C743-4169-B2F5-17FCDE966BF3}" dt="2025-12-17T16:47:38.783" v="449" actId="1076"/>
          <ac:spMkLst>
            <pc:docMk/>
            <pc:sldMk cId="1506113696" sldId="258"/>
            <ac:spMk id="14" creationId="{4765C601-5AF4-BE40-BA15-98B159719E70}"/>
          </ac:spMkLst>
        </pc:spChg>
        <pc:spChg chg="mod">
          <ac:chgData name="Ofir Kabiri" userId="0cce55a5-9953-4b04-98ed-30e068d7c696" providerId="ADAL" clId="{B0F0180A-C743-4169-B2F5-17FCDE966BF3}" dt="2025-12-17T16:46:42.407" v="418" actId="1076"/>
          <ac:spMkLst>
            <pc:docMk/>
            <pc:sldMk cId="1506113696" sldId="258"/>
            <ac:spMk id="18" creationId="{B2DEC953-9B1E-8ECC-4DDD-6B88866A04C7}"/>
          </ac:spMkLst>
        </pc:spChg>
        <pc:spChg chg="mod">
          <ac:chgData name="Ofir Kabiri" userId="0cce55a5-9953-4b04-98ed-30e068d7c696" providerId="ADAL" clId="{B0F0180A-C743-4169-B2F5-17FCDE966BF3}" dt="2025-12-17T16:44:54.970" v="348" actId="1076"/>
          <ac:spMkLst>
            <pc:docMk/>
            <pc:sldMk cId="1506113696" sldId="258"/>
            <ac:spMk id="22" creationId="{A647EA13-E123-ADDB-BADB-D8D41E9003E9}"/>
          </ac:spMkLst>
        </pc:spChg>
        <pc:spChg chg="mod">
          <ac:chgData name="Ofir Kabiri" userId="0cce55a5-9953-4b04-98ed-30e068d7c696" providerId="ADAL" clId="{B0F0180A-C743-4169-B2F5-17FCDE966BF3}" dt="2025-12-17T16:45:27.829" v="361" actId="20577"/>
          <ac:spMkLst>
            <pc:docMk/>
            <pc:sldMk cId="1506113696" sldId="258"/>
            <ac:spMk id="26" creationId="{CC7CA268-30C5-6FDD-4605-EE83C2FCCEC8}"/>
          </ac:spMkLst>
        </pc:spChg>
        <pc:spChg chg="mod">
          <ac:chgData name="Ofir Kabiri" userId="0cce55a5-9953-4b04-98ed-30e068d7c696" providerId="ADAL" clId="{B0F0180A-C743-4169-B2F5-17FCDE966BF3}" dt="2025-12-17T17:12:35.690" v="676" actId="20577"/>
          <ac:spMkLst>
            <pc:docMk/>
            <pc:sldMk cId="1506113696" sldId="258"/>
            <ac:spMk id="42" creationId="{9B04C14A-DBCE-596F-70FE-B5E17F271173}"/>
          </ac:spMkLst>
        </pc:spChg>
        <pc:spChg chg="mod">
          <ac:chgData name="Ofir Kabiri" userId="0cce55a5-9953-4b04-98ed-30e068d7c696" providerId="ADAL" clId="{B0F0180A-C743-4169-B2F5-17FCDE966BF3}" dt="2025-12-17T16:42:58.061" v="284" actId="1038"/>
          <ac:spMkLst>
            <pc:docMk/>
            <pc:sldMk cId="1506113696" sldId="258"/>
            <ac:spMk id="51" creationId="{426F8E50-6B05-3BF4-3A70-E19A33CB85DE}"/>
          </ac:spMkLst>
        </pc:spChg>
        <pc:spChg chg="mod">
          <ac:chgData name="Ofir Kabiri" userId="0cce55a5-9953-4b04-98ed-30e068d7c696" providerId="ADAL" clId="{B0F0180A-C743-4169-B2F5-17FCDE966BF3}" dt="2025-12-17T16:42:31.670" v="259" actId="1038"/>
          <ac:spMkLst>
            <pc:docMk/>
            <pc:sldMk cId="1506113696" sldId="258"/>
            <ac:spMk id="53" creationId="{59F35506-D21C-3DB5-3EAE-1FC07E3FFE0D}"/>
          </ac:spMkLst>
        </pc:spChg>
        <pc:spChg chg="mod">
          <ac:chgData name="Ofir Kabiri" userId="0cce55a5-9953-4b04-98ed-30e068d7c696" providerId="ADAL" clId="{B0F0180A-C743-4169-B2F5-17FCDE966BF3}" dt="2025-12-17T16:44:28.374" v="338" actId="1076"/>
          <ac:spMkLst>
            <pc:docMk/>
            <pc:sldMk cId="1506113696" sldId="258"/>
            <ac:spMk id="55" creationId="{D2CFFFA4-8D09-FA58-57EF-FDACD56FFD93}"/>
          </ac:spMkLst>
        </pc:spChg>
        <pc:spChg chg="mod">
          <ac:chgData name="Ofir Kabiri" userId="0cce55a5-9953-4b04-98ed-30e068d7c696" providerId="ADAL" clId="{B0F0180A-C743-4169-B2F5-17FCDE966BF3}" dt="2025-12-17T16:42:06.501" v="239" actId="1035"/>
          <ac:spMkLst>
            <pc:docMk/>
            <pc:sldMk cId="1506113696" sldId="258"/>
            <ac:spMk id="57" creationId="{3A011E7D-13D2-949A-6237-5659FB4D90CD}"/>
          </ac:spMkLst>
        </pc:spChg>
        <pc:spChg chg="mod">
          <ac:chgData name="Ofir Kabiri" userId="0cce55a5-9953-4b04-98ed-30e068d7c696" providerId="ADAL" clId="{B0F0180A-C743-4169-B2F5-17FCDE966BF3}" dt="2025-12-17T16:52:41.096" v="482" actId="13822"/>
          <ac:spMkLst>
            <pc:docMk/>
            <pc:sldMk cId="1506113696" sldId="258"/>
            <ac:spMk id="68" creationId="{5EAB61A4-5714-94DE-482C-DD3BBE0A85D2}"/>
          </ac:spMkLst>
        </pc:spChg>
        <pc:spChg chg="mod">
          <ac:chgData name="Ofir Kabiri" userId="0cce55a5-9953-4b04-98ed-30e068d7c696" providerId="ADAL" clId="{B0F0180A-C743-4169-B2F5-17FCDE966BF3}" dt="2025-12-17T16:52:39.677" v="479" actId="13822"/>
          <ac:spMkLst>
            <pc:docMk/>
            <pc:sldMk cId="1506113696" sldId="258"/>
            <ac:spMk id="69" creationId="{C34A0EC7-B880-7D48-631D-B65AB28AEDDD}"/>
          </ac:spMkLst>
        </pc:spChg>
        <pc:spChg chg="mod">
          <ac:chgData name="Ofir Kabiri" userId="0cce55a5-9953-4b04-98ed-30e068d7c696" providerId="ADAL" clId="{B0F0180A-C743-4169-B2F5-17FCDE966BF3}" dt="2025-12-17T16:52:39.424" v="478" actId="13822"/>
          <ac:spMkLst>
            <pc:docMk/>
            <pc:sldMk cId="1506113696" sldId="258"/>
            <ac:spMk id="70" creationId="{4D40B7EB-1821-1C99-57FB-49352CF3759F}"/>
          </ac:spMkLst>
        </pc:spChg>
        <pc:spChg chg="mod">
          <ac:chgData name="Ofir Kabiri" userId="0cce55a5-9953-4b04-98ed-30e068d7c696" providerId="ADAL" clId="{B0F0180A-C743-4169-B2F5-17FCDE966BF3}" dt="2025-12-17T16:52:38.533" v="475" actId="13822"/>
          <ac:spMkLst>
            <pc:docMk/>
            <pc:sldMk cId="1506113696" sldId="258"/>
            <ac:spMk id="71" creationId="{3D72E7A8-5D1C-F9F4-9DF9-4BBCA28505C6}"/>
          </ac:spMkLst>
        </pc:spChg>
        <pc:spChg chg="mod">
          <ac:chgData name="Ofir Kabiri" userId="0cce55a5-9953-4b04-98ed-30e068d7c696" providerId="ADAL" clId="{B0F0180A-C743-4169-B2F5-17FCDE966BF3}" dt="2025-12-17T16:52:38.798" v="476" actId="13822"/>
          <ac:spMkLst>
            <pc:docMk/>
            <pc:sldMk cId="1506113696" sldId="258"/>
            <ac:spMk id="72" creationId="{3370897A-7994-96B3-C7E7-E7C4085A5417}"/>
          </ac:spMkLst>
        </pc:spChg>
        <pc:spChg chg="mod">
          <ac:chgData name="Ofir Kabiri" userId="0cce55a5-9953-4b04-98ed-30e068d7c696" providerId="ADAL" clId="{B0F0180A-C743-4169-B2F5-17FCDE966BF3}" dt="2025-12-17T16:52:39.002" v="477" actId="13822"/>
          <ac:spMkLst>
            <pc:docMk/>
            <pc:sldMk cId="1506113696" sldId="258"/>
            <ac:spMk id="73" creationId="{3B8F7304-7F1C-6D89-86D8-DAA9B8355CDB}"/>
          </ac:spMkLst>
        </pc:spChg>
        <pc:spChg chg="mod">
          <ac:chgData name="Ofir Kabiri" userId="0cce55a5-9953-4b04-98ed-30e068d7c696" providerId="ADAL" clId="{B0F0180A-C743-4169-B2F5-17FCDE966BF3}" dt="2025-12-17T16:52:40.627" v="481" actId="13822"/>
          <ac:spMkLst>
            <pc:docMk/>
            <pc:sldMk cId="1506113696" sldId="258"/>
            <ac:spMk id="74" creationId="{8C905730-845F-3E4A-BF8A-879D9CDEF3FA}"/>
          </ac:spMkLst>
        </pc:spChg>
        <pc:spChg chg="add mod">
          <ac:chgData name="Ofir Kabiri" userId="0cce55a5-9953-4b04-98ed-30e068d7c696" providerId="ADAL" clId="{B0F0180A-C743-4169-B2F5-17FCDE966BF3}" dt="2025-12-17T16:46:01.231" v="369" actId="164"/>
          <ac:spMkLst>
            <pc:docMk/>
            <pc:sldMk cId="1506113696" sldId="258"/>
            <ac:spMk id="84" creationId="{95B45735-D039-6449-5414-CB49229FF6B4}"/>
          </ac:spMkLst>
        </pc:spChg>
        <pc:spChg chg="add mod">
          <ac:chgData name="Ofir Kabiri" userId="0cce55a5-9953-4b04-98ed-30e068d7c696" providerId="ADAL" clId="{B0F0180A-C743-4169-B2F5-17FCDE966BF3}" dt="2025-12-17T16:47:07.975" v="430" actId="164"/>
          <ac:spMkLst>
            <pc:docMk/>
            <pc:sldMk cId="1506113696" sldId="258"/>
            <ac:spMk id="94" creationId="{53143858-BDAC-2C33-E51F-9D22CC4689D2}"/>
          </ac:spMkLst>
        </pc:spChg>
        <pc:spChg chg="add del mod">
          <ac:chgData name="Ofir Kabiri" userId="0cce55a5-9953-4b04-98ed-30e068d7c696" providerId="ADAL" clId="{B0F0180A-C743-4169-B2F5-17FCDE966BF3}" dt="2025-12-17T16:52:38.268" v="473" actId="1076"/>
          <ac:spMkLst>
            <pc:docMk/>
            <pc:sldMk cId="1506113696" sldId="258"/>
            <ac:spMk id="100" creationId="{A465235F-0E16-5B53-FE26-5964D433D8CC}"/>
          </ac:spMkLst>
        </pc:spChg>
        <pc:grpChg chg="mod">
          <ac:chgData name="Ofir Kabiri" userId="0cce55a5-9953-4b04-98ed-30e068d7c696" providerId="ADAL" clId="{B0F0180A-C743-4169-B2F5-17FCDE966BF3}" dt="2025-12-17T16:46:01.231" v="369" actId="164"/>
          <ac:grpSpMkLst>
            <pc:docMk/>
            <pc:sldMk cId="1506113696" sldId="258"/>
            <ac:grpSpMk id="3" creationId="{AB675264-1AF1-67BC-C23C-0BE35B604426}"/>
          </ac:grpSpMkLst>
        </pc:grpChg>
        <pc:grpChg chg="del">
          <ac:chgData name="Ofir Kabiri" userId="0cce55a5-9953-4b04-98ed-30e068d7c696" providerId="ADAL" clId="{B0F0180A-C743-4169-B2F5-17FCDE966BF3}" dt="2025-12-17T16:39:32.393" v="156" actId="478"/>
          <ac:grpSpMkLst>
            <pc:docMk/>
            <pc:sldMk cId="1506113696" sldId="258"/>
            <ac:grpSpMk id="49" creationId="{257394B6-C197-AE7D-B7CF-7E12F7F03611}"/>
          </ac:grpSpMkLst>
        </pc:grpChg>
        <pc:grpChg chg="add mod">
          <ac:chgData name="Ofir Kabiri" userId="0cce55a5-9953-4b04-98ed-30e068d7c696" providerId="ADAL" clId="{B0F0180A-C743-4169-B2F5-17FCDE966BF3}" dt="2025-12-17T16:46:15.256" v="374" actId="164"/>
          <ac:grpSpMkLst>
            <pc:docMk/>
            <pc:sldMk cId="1506113696" sldId="258"/>
            <ac:grpSpMk id="88" creationId="{E9D5F047-32C1-993F-5DDA-799A49B3BD20}"/>
          </ac:grpSpMkLst>
        </pc:grpChg>
        <pc:grpChg chg="add mod">
          <ac:chgData name="Ofir Kabiri" userId="0cce55a5-9953-4b04-98ed-30e068d7c696" providerId="ADAL" clId="{B0F0180A-C743-4169-B2F5-17FCDE966BF3}" dt="2025-12-17T16:46:49.041" v="419" actId="164"/>
          <ac:grpSpMkLst>
            <pc:docMk/>
            <pc:sldMk cId="1506113696" sldId="258"/>
            <ac:grpSpMk id="89" creationId="{EC6A94F7-C75E-CE02-A740-C57C037C3BFE}"/>
          </ac:grpSpMkLst>
        </pc:grpChg>
        <pc:grpChg chg="add mod">
          <ac:chgData name="Ofir Kabiri" userId="0cce55a5-9953-4b04-98ed-30e068d7c696" providerId="ADAL" clId="{B0F0180A-C743-4169-B2F5-17FCDE966BF3}" dt="2025-12-17T16:47:07.975" v="430" actId="164"/>
          <ac:grpSpMkLst>
            <pc:docMk/>
            <pc:sldMk cId="1506113696" sldId="258"/>
            <ac:grpSpMk id="93" creationId="{27602ACD-ABBC-5FDD-CBEE-75A892DFA00D}"/>
          </ac:grpSpMkLst>
        </pc:grpChg>
        <pc:grpChg chg="add mod">
          <ac:chgData name="Ofir Kabiri" userId="0cce55a5-9953-4b04-98ed-30e068d7c696" providerId="ADAL" clId="{B0F0180A-C743-4169-B2F5-17FCDE966BF3}" dt="2025-12-17T16:47:44.743" v="450" actId="164"/>
          <ac:grpSpMkLst>
            <pc:docMk/>
            <pc:sldMk cId="1506113696" sldId="258"/>
            <ac:grpSpMk id="95" creationId="{8468C9E2-6F95-AB7C-AA91-4726099B597F}"/>
          </ac:grpSpMkLst>
        </pc:grpChg>
        <pc:grpChg chg="add del mod">
          <ac:chgData name="Ofir Kabiri" userId="0cce55a5-9953-4b04-98ed-30e068d7c696" providerId="ADAL" clId="{B0F0180A-C743-4169-B2F5-17FCDE966BF3}" dt="2025-12-17T16:52:38.268" v="473" actId="1076"/>
          <ac:grpSpMkLst>
            <pc:docMk/>
            <pc:sldMk cId="1506113696" sldId="258"/>
            <ac:grpSpMk id="99" creationId="{FE2BE1FE-2082-64EF-0E25-6B691B10E66A}"/>
          </ac:grpSpMkLst>
        </pc:grp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13" creationId="{E0FBC75E-2C21-3A06-4A9E-DFCF942443AA}"/>
          </ac:cxnSpMkLst>
        </pc:cxn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15" creationId="{D0FBB2AD-9859-BCA9-BC74-2FC40F3C1015}"/>
          </ac:cxnSpMkLst>
        </pc:cxn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17" creationId="{02318DBE-4E5F-BAE3-BE5F-84EBEBCFDE38}"/>
          </ac:cxnSpMkLst>
        </pc:cxn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19" creationId="{D92671FB-C269-8F59-AD7F-034C5882149C}"/>
          </ac:cxnSpMkLst>
        </pc:cxn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21" creationId="{AC985539-74F9-1EB6-C241-7F880F0103C6}"/>
          </ac:cxnSpMkLst>
        </pc:cxn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23" creationId="{A96F858D-1290-B1E7-668A-BC8EA03BB7E5}"/>
          </ac:cxnSpMkLst>
        </pc:cxn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25" creationId="{581635A3-354A-FCED-0F2A-C553F0F35043}"/>
          </ac:cxnSpMkLst>
        </pc:cxn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27" creationId="{DA512476-4A9E-D250-AEC7-38F6C07D5AC6}"/>
          </ac:cxnSpMkLst>
        </pc:cxnChg>
        <pc:cxnChg chg="mod">
          <ac:chgData name="Ofir Kabiri" userId="0cce55a5-9953-4b04-98ed-30e068d7c696" providerId="ADAL" clId="{B0F0180A-C743-4169-B2F5-17FCDE966BF3}" dt="2025-12-17T16:39:32.393" v="156" actId="478"/>
          <ac:cxnSpMkLst>
            <pc:docMk/>
            <pc:sldMk cId="1506113696" sldId="258"/>
            <ac:cxnSpMk id="29" creationId="{C41F80B2-60F1-925F-D246-BAC428DF00AE}"/>
          </ac:cxnSpMkLst>
        </pc:cxnChg>
        <pc:cxnChg chg="mod">
          <ac:chgData name="Ofir Kabiri" userId="0cce55a5-9953-4b04-98ed-30e068d7c696" providerId="ADAL" clId="{B0F0180A-C743-4169-B2F5-17FCDE966BF3}" dt="2025-12-17T16:52:38.130" v="472" actId="21"/>
          <ac:cxnSpMkLst>
            <pc:docMk/>
            <pc:sldMk cId="1506113696" sldId="258"/>
            <ac:cxnSpMk id="59" creationId="{C23CB245-6A51-3BA1-FB15-B591E70629DE}"/>
          </ac:cxnSpMkLst>
        </pc:cxnChg>
        <pc:cxnChg chg="mod">
          <ac:chgData name="Ofir Kabiri" userId="0cce55a5-9953-4b04-98ed-30e068d7c696" providerId="ADAL" clId="{B0F0180A-C743-4169-B2F5-17FCDE966BF3}" dt="2025-12-17T16:52:38.130" v="472" actId="21"/>
          <ac:cxnSpMkLst>
            <pc:docMk/>
            <pc:sldMk cId="1506113696" sldId="258"/>
            <ac:cxnSpMk id="60" creationId="{96E8025D-94DE-ABF7-DC8F-86CE63BBEBBE}"/>
          </ac:cxnSpMkLst>
        </pc:cxnChg>
        <pc:cxnChg chg="mod">
          <ac:chgData name="Ofir Kabiri" userId="0cce55a5-9953-4b04-98ed-30e068d7c696" providerId="ADAL" clId="{B0F0180A-C743-4169-B2F5-17FCDE966BF3}" dt="2025-12-17T16:52:38.130" v="472" actId="21"/>
          <ac:cxnSpMkLst>
            <pc:docMk/>
            <pc:sldMk cId="1506113696" sldId="258"/>
            <ac:cxnSpMk id="61" creationId="{668BE5C7-31D1-F061-8F80-3EFAA162BDB0}"/>
          </ac:cxnSpMkLst>
        </pc:cxnChg>
        <pc:cxnChg chg="mod">
          <ac:chgData name="Ofir Kabiri" userId="0cce55a5-9953-4b04-98ed-30e068d7c696" providerId="ADAL" clId="{B0F0180A-C743-4169-B2F5-17FCDE966BF3}" dt="2025-12-17T16:52:38.130" v="472" actId="21"/>
          <ac:cxnSpMkLst>
            <pc:docMk/>
            <pc:sldMk cId="1506113696" sldId="258"/>
            <ac:cxnSpMk id="62" creationId="{50DA7FDE-2EA0-5FE2-10E8-ABECCA208031}"/>
          </ac:cxnSpMkLst>
        </pc:cxnChg>
        <pc:cxnChg chg="mod">
          <ac:chgData name="Ofir Kabiri" userId="0cce55a5-9953-4b04-98ed-30e068d7c696" providerId="ADAL" clId="{B0F0180A-C743-4169-B2F5-17FCDE966BF3}" dt="2025-12-17T16:48:44.454" v="460" actId="1076"/>
          <ac:cxnSpMkLst>
            <pc:docMk/>
            <pc:sldMk cId="1506113696" sldId="258"/>
            <ac:cxnSpMk id="63" creationId="{F7D8EEA6-2A06-E2F5-0EAC-DD8FBA9ACDCD}"/>
          </ac:cxnSpMkLst>
        </pc:cxnChg>
        <pc:cxnChg chg="mod">
          <ac:chgData name="Ofir Kabiri" userId="0cce55a5-9953-4b04-98ed-30e068d7c696" providerId="ADAL" clId="{B0F0180A-C743-4169-B2F5-17FCDE966BF3}" dt="2025-12-17T16:52:38.130" v="472" actId="21"/>
          <ac:cxnSpMkLst>
            <pc:docMk/>
            <pc:sldMk cId="1506113696" sldId="258"/>
            <ac:cxnSpMk id="64" creationId="{541E4BDE-28D9-4AB8-296C-79059CF34F1A}"/>
          </ac:cxnSpMkLst>
        </pc:cxnChg>
        <pc:cxnChg chg="mod">
          <ac:chgData name="Ofir Kabiri" userId="0cce55a5-9953-4b04-98ed-30e068d7c696" providerId="ADAL" clId="{B0F0180A-C743-4169-B2F5-17FCDE966BF3}" dt="2025-12-17T16:46:28.600" v="414" actId="1038"/>
          <ac:cxnSpMkLst>
            <pc:docMk/>
            <pc:sldMk cId="1506113696" sldId="258"/>
            <ac:cxnSpMk id="65" creationId="{BDF765EC-CC4B-148B-2DE5-089C93FD10F2}"/>
          </ac:cxnSpMkLst>
        </pc:cxnChg>
        <pc:cxnChg chg="mod">
          <ac:chgData name="Ofir Kabiri" userId="0cce55a5-9953-4b04-98ed-30e068d7c696" providerId="ADAL" clId="{B0F0180A-C743-4169-B2F5-17FCDE966BF3}" dt="2025-12-17T16:52:38.130" v="472" actId="21"/>
          <ac:cxnSpMkLst>
            <pc:docMk/>
            <pc:sldMk cId="1506113696" sldId="258"/>
            <ac:cxnSpMk id="66" creationId="{A7CDB9D4-C077-E9C0-3DEA-A0F02466906E}"/>
          </ac:cxnSpMkLst>
        </pc:cxnChg>
        <pc:cxnChg chg="mod">
          <ac:chgData name="Ofir Kabiri" userId="0cce55a5-9953-4b04-98ed-30e068d7c696" providerId="ADAL" clId="{B0F0180A-C743-4169-B2F5-17FCDE966BF3}" dt="2025-12-17T16:47:19.786" v="438" actId="1036"/>
          <ac:cxnSpMkLst>
            <pc:docMk/>
            <pc:sldMk cId="1506113696" sldId="258"/>
            <ac:cxnSpMk id="67" creationId="{33258A37-1071-BA0F-5E31-05B8F1029DE2}"/>
          </ac:cxnSpMkLst>
        </pc:cxnChg>
        <pc:cxnChg chg="add mod">
          <ac:chgData name="Ofir Kabiri" userId="0cce55a5-9953-4b04-98ed-30e068d7c696" providerId="ADAL" clId="{B0F0180A-C743-4169-B2F5-17FCDE966BF3}" dt="2025-12-17T16:48:36.640" v="459" actId="1076"/>
          <ac:cxnSpMkLst>
            <pc:docMk/>
            <pc:sldMk cId="1506113696" sldId="258"/>
            <ac:cxnSpMk id="81" creationId="{4F7DCA33-C5A1-384F-00D8-29E23106A812}"/>
          </ac:cxnSpMkLst>
        </pc:cxnChg>
        <pc:cxnChg chg="add mod">
          <ac:chgData name="Ofir Kabiri" userId="0cce55a5-9953-4b04-98ed-30e068d7c696" providerId="ADAL" clId="{B0F0180A-C743-4169-B2F5-17FCDE966BF3}" dt="2025-12-17T16:52:38.130" v="472" actId="21"/>
          <ac:cxnSpMkLst>
            <pc:docMk/>
            <pc:sldMk cId="1506113696" sldId="258"/>
            <ac:cxnSpMk id="90" creationId="{E962704F-8C71-C1F5-0D4C-0933D35765E3}"/>
          </ac:cxnSpMkLst>
        </pc:cxnChg>
        <pc:cxnChg chg="add mod">
          <ac:chgData name="Ofir Kabiri" userId="0cce55a5-9953-4b04-98ed-30e068d7c696" providerId="ADAL" clId="{B0F0180A-C743-4169-B2F5-17FCDE966BF3}" dt="2025-12-17T16:52:38.130" v="472" actId="21"/>
          <ac:cxnSpMkLst>
            <pc:docMk/>
            <pc:sldMk cId="1506113696" sldId="258"/>
            <ac:cxnSpMk id="96" creationId="{294CE9B5-79EC-9B21-79E7-4540673A2688}"/>
          </ac:cxnSpMkLst>
        </pc:cxnChg>
      </pc:sldChg>
      <pc:sldChg chg="addSp delSp modSp add mod">
        <pc:chgData name="Ofir Kabiri" userId="0cce55a5-9953-4b04-98ed-30e068d7c696" providerId="ADAL" clId="{B0F0180A-C743-4169-B2F5-17FCDE966BF3}" dt="2025-12-17T17:13:28.874" v="677" actId="20577"/>
        <pc:sldMkLst>
          <pc:docMk/>
          <pc:sldMk cId="2633539085" sldId="259"/>
        </pc:sldMkLst>
        <pc:spChg chg="mod">
          <ac:chgData name="Ofir Kabiri" userId="0cce55a5-9953-4b04-98ed-30e068d7c696" providerId="ADAL" clId="{B0F0180A-C743-4169-B2F5-17FCDE966BF3}" dt="2025-12-17T16:53:07.003" v="509" actId="20577"/>
          <ac:spMkLst>
            <pc:docMk/>
            <pc:sldMk cId="2633539085" sldId="259"/>
            <ac:spMk id="2" creationId="{EADFDADD-9258-75E6-715E-DD48335ACB82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8" creationId="{53143858-BDAC-2C33-E51F-9D22CC4689D2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17" creationId="{95B45735-D039-6449-5414-CB49229FF6B4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21" creationId="{4765C601-5AF4-BE40-BA15-98B159719E70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29" creationId="{A647EA13-E123-ADDB-BADB-D8D41E9003E9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31" creationId="{CC7CA268-30C5-6FDD-4605-EE83C2FCCEC8}"/>
          </ac:spMkLst>
        </pc:spChg>
        <pc:spChg chg="mod">
          <ac:chgData name="Ofir Kabiri" userId="0cce55a5-9953-4b04-98ed-30e068d7c696" providerId="ADAL" clId="{B0F0180A-C743-4169-B2F5-17FCDE966BF3}" dt="2025-12-17T17:13:28.874" v="677" actId="20577"/>
          <ac:spMkLst>
            <pc:docMk/>
            <pc:sldMk cId="2633539085" sldId="259"/>
            <ac:spMk id="33" creationId="{9B04C14A-DBCE-596F-70FE-B5E17F271173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35" creationId="{426F8E50-6B05-3BF4-3A70-E19A33CB85DE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41" creationId="{3A011E7D-13D2-949A-6237-5659FB4D90CD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80" creationId="{4D40B7EB-1821-1C99-57FB-49352CF3759F}"/>
          </ac:spMkLst>
        </pc:spChg>
        <pc:spChg chg="mod">
          <ac:chgData name="Ofir Kabiri" userId="0cce55a5-9953-4b04-98ed-30e068d7c696" providerId="ADAL" clId="{B0F0180A-C743-4169-B2F5-17FCDE966BF3}" dt="2025-12-17T16:52:49.146" v="485"/>
          <ac:spMkLst>
            <pc:docMk/>
            <pc:sldMk cId="2633539085" sldId="259"/>
            <ac:spMk id="85" creationId="{3B8F7304-7F1C-6D89-86D8-DAA9B8355CDB}"/>
          </ac:spMkLst>
        </pc:spChg>
        <pc:spChg chg="del">
          <ac:chgData name="Ofir Kabiri" userId="0cce55a5-9953-4b04-98ed-30e068d7c696" providerId="ADAL" clId="{B0F0180A-C743-4169-B2F5-17FCDE966BF3}" dt="2025-12-17T16:52:52.471" v="486" actId="478"/>
          <ac:spMkLst>
            <pc:docMk/>
            <pc:sldMk cId="2633539085" sldId="259"/>
            <ac:spMk id="87" creationId="{A465235F-0E16-5B53-FE26-5964D433D8CC}"/>
          </ac:spMkLst>
        </pc:spChg>
        <pc:spChg chg="mod">
          <ac:chgData name="Ofir Kabiri" userId="0cce55a5-9953-4b04-98ed-30e068d7c696" providerId="ADAL" clId="{B0F0180A-C743-4169-B2F5-17FCDE966BF3}" dt="2025-12-17T16:52:56.688" v="498" actId="1037"/>
          <ac:spMkLst>
            <pc:docMk/>
            <pc:sldMk cId="2633539085" sldId="259"/>
            <ac:spMk id="100" creationId="{90781CA5-99B8-7DA8-AB04-644D4007712A}"/>
          </ac:spMkLst>
        </pc:spChg>
        <pc:grpChg chg="del">
          <ac:chgData name="Ofir Kabiri" userId="0cce55a5-9953-4b04-98ed-30e068d7c696" providerId="ADAL" clId="{B0F0180A-C743-4169-B2F5-17FCDE966BF3}" dt="2025-12-17T16:52:48.658" v="484" actId="478"/>
          <ac:grpSpMkLst>
            <pc:docMk/>
            <pc:sldMk cId="2633539085" sldId="259"/>
            <ac:grpSpMk id="99" creationId="{9C7A443E-E20E-2A8D-22FB-7AA98A112365}"/>
          </ac:grpSpMkLst>
        </pc:grpChg>
        <pc:cxnChg chg="mod">
          <ac:chgData name="Ofir Kabiri" userId="0cce55a5-9953-4b04-98ed-30e068d7c696" providerId="ADAL" clId="{B0F0180A-C743-4169-B2F5-17FCDE966BF3}" dt="2025-12-17T16:52:48.658" v="484" actId="478"/>
          <ac:cxnSpMkLst>
            <pc:docMk/>
            <pc:sldMk cId="2633539085" sldId="259"/>
            <ac:cxnSpMk id="59" creationId="{209CFF60-36EE-006B-A8A0-CD7C89E700C1}"/>
          </ac:cxnSpMkLst>
        </pc:cxnChg>
        <pc:cxnChg chg="mod">
          <ac:chgData name="Ofir Kabiri" userId="0cce55a5-9953-4b04-98ed-30e068d7c696" providerId="ADAL" clId="{B0F0180A-C743-4169-B2F5-17FCDE966BF3}" dt="2025-12-17T16:52:48.658" v="484" actId="478"/>
          <ac:cxnSpMkLst>
            <pc:docMk/>
            <pc:sldMk cId="2633539085" sldId="259"/>
            <ac:cxnSpMk id="60" creationId="{4F74F15B-2C5F-7847-FF02-DA367EE579DB}"/>
          </ac:cxnSpMkLst>
        </pc:cxnChg>
        <pc:cxnChg chg="mod">
          <ac:chgData name="Ofir Kabiri" userId="0cce55a5-9953-4b04-98ed-30e068d7c696" providerId="ADAL" clId="{B0F0180A-C743-4169-B2F5-17FCDE966BF3}" dt="2025-12-17T16:52:48.658" v="484" actId="478"/>
          <ac:cxnSpMkLst>
            <pc:docMk/>
            <pc:sldMk cId="2633539085" sldId="259"/>
            <ac:cxnSpMk id="61" creationId="{8E327AE4-0495-CF0A-5693-2CDED2E54E95}"/>
          </ac:cxnSpMkLst>
        </pc:cxnChg>
        <pc:cxnChg chg="mod">
          <ac:chgData name="Ofir Kabiri" userId="0cce55a5-9953-4b04-98ed-30e068d7c696" providerId="ADAL" clId="{B0F0180A-C743-4169-B2F5-17FCDE966BF3}" dt="2025-12-17T16:52:48.658" v="484" actId="478"/>
          <ac:cxnSpMkLst>
            <pc:docMk/>
            <pc:sldMk cId="2633539085" sldId="259"/>
            <ac:cxnSpMk id="62" creationId="{8DE6E551-80F5-6951-198F-E31DEEC8D0C7}"/>
          </ac:cxnSpMkLst>
        </pc:cxnChg>
        <pc:cxnChg chg="mod">
          <ac:chgData name="Ofir Kabiri" userId="0cce55a5-9953-4b04-98ed-30e068d7c696" providerId="ADAL" clId="{B0F0180A-C743-4169-B2F5-17FCDE966BF3}" dt="2025-12-17T16:52:48.658" v="484" actId="478"/>
          <ac:cxnSpMkLst>
            <pc:docMk/>
            <pc:sldMk cId="2633539085" sldId="259"/>
            <ac:cxnSpMk id="64" creationId="{0712D394-FC2E-4BAD-075C-AEE7263663FA}"/>
          </ac:cxnSpMkLst>
        </pc:cxnChg>
        <pc:cxnChg chg="mod">
          <ac:chgData name="Ofir Kabiri" userId="0cce55a5-9953-4b04-98ed-30e068d7c696" providerId="ADAL" clId="{B0F0180A-C743-4169-B2F5-17FCDE966BF3}" dt="2025-12-17T16:52:48.658" v="484" actId="478"/>
          <ac:cxnSpMkLst>
            <pc:docMk/>
            <pc:sldMk cId="2633539085" sldId="259"/>
            <ac:cxnSpMk id="66" creationId="{FF8EB2D2-046C-2EF9-1F30-571E2E4E6272}"/>
          </ac:cxnSpMkLst>
        </pc:cxnChg>
        <pc:cxnChg chg="mod">
          <ac:chgData name="Ofir Kabiri" userId="0cce55a5-9953-4b04-98ed-30e068d7c696" providerId="ADAL" clId="{B0F0180A-C743-4169-B2F5-17FCDE966BF3}" dt="2025-12-17T16:52:48.658" v="484" actId="478"/>
          <ac:cxnSpMkLst>
            <pc:docMk/>
            <pc:sldMk cId="2633539085" sldId="259"/>
            <ac:cxnSpMk id="90" creationId="{EAC90844-DC18-6AB2-FE8B-7DBA28744AF8}"/>
          </ac:cxnSpMkLst>
        </pc:cxnChg>
        <pc:cxnChg chg="mod">
          <ac:chgData name="Ofir Kabiri" userId="0cce55a5-9953-4b04-98ed-30e068d7c696" providerId="ADAL" clId="{B0F0180A-C743-4169-B2F5-17FCDE966BF3}" dt="2025-12-17T16:52:48.658" v="484" actId="478"/>
          <ac:cxnSpMkLst>
            <pc:docMk/>
            <pc:sldMk cId="2633539085" sldId="259"/>
            <ac:cxnSpMk id="96" creationId="{62B915B4-D204-7035-9AA9-04111679192A}"/>
          </ac:cxnSpMkLst>
        </pc:cxnChg>
      </pc:sldChg>
      <pc:sldChg chg="addSp delSp modSp add mod">
        <pc:chgData name="Ofir Kabiri" userId="0cce55a5-9953-4b04-98ed-30e068d7c696" providerId="ADAL" clId="{B0F0180A-C743-4169-B2F5-17FCDE966BF3}" dt="2025-12-17T17:14:29.468" v="678" actId="20577"/>
        <pc:sldMkLst>
          <pc:docMk/>
          <pc:sldMk cId="18917204" sldId="260"/>
        </pc:sldMkLst>
        <pc:spChg chg="mod">
          <ac:chgData name="Ofir Kabiri" userId="0cce55a5-9953-4b04-98ed-30e068d7c696" providerId="ADAL" clId="{B0F0180A-C743-4169-B2F5-17FCDE966BF3}" dt="2025-12-17T16:58:11.830" v="555" actId="20577"/>
          <ac:spMkLst>
            <pc:docMk/>
            <pc:sldMk cId="18917204" sldId="260"/>
            <ac:spMk id="2" creationId="{9B40A94E-3BC8-A763-247C-64EFB0943F4A}"/>
          </ac:spMkLst>
        </pc:spChg>
        <pc:spChg chg="mod">
          <ac:chgData name="Ofir Kabiri" userId="0cce55a5-9953-4b04-98ed-30e068d7c696" providerId="ADAL" clId="{B0F0180A-C743-4169-B2F5-17FCDE966BF3}" dt="2025-12-17T16:56:22.048" v="552" actId="207"/>
          <ac:spMkLst>
            <pc:docMk/>
            <pc:sldMk cId="18917204" sldId="260"/>
            <ac:spMk id="18" creationId="{6416A4EA-2695-52F1-B2F1-3E0710E44563}"/>
          </ac:spMkLst>
        </pc:spChg>
        <pc:spChg chg="mod">
          <ac:chgData name="Ofir Kabiri" userId="0cce55a5-9953-4b04-98ed-30e068d7c696" providerId="ADAL" clId="{B0F0180A-C743-4169-B2F5-17FCDE966BF3}" dt="2025-12-17T16:55:03.180" v="512"/>
          <ac:spMkLst>
            <pc:docMk/>
            <pc:sldMk cId="18917204" sldId="260"/>
            <ac:spMk id="42" creationId="{368E1FDF-FF6C-EE96-28E4-D0D685503E17}"/>
          </ac:spMkLst>
        </pc:spChg>
        <pc:spChg chg="mod">
          <ac:chgData name="Ofir Kabiri" userId="0cce55a5-9953-4b04-98ed-30e068d7c696" providerId="ADAL" clId="{B0F0180A-C743-4169-B2F5-17FCDE966BF3}" dt="2025-12-17T16:55:03.180" v="512"/>
          <ac:spMkLst>
            <pc:docMk/>
            <pc:sldMk cId="18917204" sldId="260"/>
            <ac:spMk id="51" creationId="{3E8FEC94-9C33-C4E5-D90C-E26ADD4D26B3}"/>
          </ac:spMkLst>
        </pc:spChg>
        <pc:spChg chg="mod">
          <ac:chgData name="Ofir Kabiri" userId="0cce55a5-9953-4b04-98ed-30e068d7c696" providerId="ADAL" clId="{B0F0180A-C743-4169-B2F5-17FCDE966BF3}" dt="2025-12-17T16:55:03.180" v="512"/>
          <ac:spMkLst>
            <pc:docMk/>
            <pc:sldMk cId="18917204" sldId="260"/>
            <ac:spMk id="53" creationId="{4ACAE9E5-943F-5496-DE59-29D176BE37E0}"/>
          </ac:spMkLst>
        </pc:spChg>
        <pc:spChg chg="mod">
          <ac:chgData name="Ofir Kabiri" userId="0cce55a5-9953-4b04-98ed-30e068d7c696" providerId="ADAL" clId="{B0F0180A-C743-4169-B2F5-17FCDE966BF3}" dt="2025-12-17T16:56:18.582" v="551" actId="207"/>
          <ac:spMkLst>
            <pc:docMk/>
            <pc:sldMk cId="18917204" sldId="260"/>
            <ac:spMk id="55" creationId="{72C509E9-D078-CA29-965A-B02BEDF5F94D}"/>
          </ac:spMkLst>
        </pc:spChg>
        <pc:spChg chg="mod">
          <ac:chgData name="Ofir Kabiri" userId="0cce55a5-9953-4b04-98ed-30e068d7c696" providerId="ADAL" clId="{B0F0180A-C743-4169-B2F5-17FCDE966BF3}" dt="2025-12-17T16:56:15.769" v="550" actId="207"/>
          <ac:spMkLst>
            <pc:docMk/>
            <pc:sldMk cId="18917204" sldId="260"/>
            <ac:spMk id="57" creationId="{FF365DE7-B052-3E95-E71F-857B76652803}"/>
          </ac:spMkLst>
        </pc:spChg>
        <pc:spChg chg="mod">
          <ac:chgData name="Ofir Kabiri" userId="0cce55a5-9953-4b04-98ed-30e068d7c696" providerId="ADAL" clId="{B0F0180A-C743-4169-B2F5-17FCDE966BF3}" dt="2025-12-17T17:14:29.468" v="678" actId="20577"/>
          <ac:spMkLst>
            <pc:docMk/>
            <pc:sldMk cId="18917204" sldId="260"/>
            <ac:spMk id="59" creationId="{4B319781-3556-E54A-886B-13C93DC2B8A1}"/>
          </ac:spMkLst>
        </pc:spChg>
        <pc:spChg chg="mod">
          <ac:chgData name="Ofir Kabiri" userId="0cce55a5-9953-4b04-98ed-30e068d7c696" providerId="ADAL" clId="{B0F0180A-C743-4169-B2F5-17FCDE966BF3}" dt="2025-12-17T16:55:03.180" v="512"/>
          <ac:spMkLst>
            <pc:docMk/>
            <pc:sldMk cId="18917204" sldId="260"/>
            <ac:spMk id="63" creationId="{9577A18B-563C-1CCE-F6AF-0BA4550E261E}"/>
          </ac:spMkLst>
        </pc:spChg>
        <pc:spChg chg="mod">
          <ac:chgData name="Ofir Kabiri" userId="0cce55a5-9953-4b04-98ed-30e068d7c696" providerId="ADAL" clId="{B0F0180A-C743-4169-B2F5-17FCDE966BF3}" dt="2025-12-17T16:55:03.180" v="512"/>
          <ac:spMkLst>
            <pc:docMk/>
            <pc:sldMk cId="18917204" sldId="260"/>
            <ac:spMk id="67" creationId="{6C76A9E0-C20F-3BE3-F52E-62DB9BDBD071}"/>
          </ac:spMkLst>
        </pc:spChg>
        <pc:spChg chg="mod">
          <ac:chgData name="Ofir Kabiri" userId="0cce55a5-9953-4b04-98ed-30e068d7c696" providerId="ADAL" clId="{B0F0180A-C743-4169-B2F5-17FCDE966BF3}" dt="2025-12-17T16:55:03.180" v="512"/>
          <ac:spMkLst>
            <pc:docMk/>
            <pc:sldMk cId="18917204" sldId="260"/>
            <ac:spMk id="90" creationId="{8700887E-AAC3-24AE-FD0E-C498302DB61E}"/>
          </ac:spMkLst>
        </pc:spChg>
        <pc:spChg chg="mod">
          <ac:chgData name="Ofir Kabiri" userId="0cce55a5-9953-4b04-98ed-30e068d7c696" providerId="ADAL" clId="{B0F0180A-C743-4169-B2F5-17FCDE966BF3}" dt="2025-12-17T16:55:03.180" v="512"/>
          <ac:spMkLst>
            <pc:docMk/>
            <pc:sldMk cId="18917204" sldId="260"/>
            <ac:spMk id="91" creationId="{98B0D2F3-480E-C720-C666-6E68AE7A9962}"/>
          </ac:spMkLst>
        </pc:spChg>
        <pc:grpChg chg="del">
          <ac:chgData name="Ofir Kabiri" userId="0cce55a5-9953-4b04-98ed-30e068d7c696" providerId="ADAL" clId="{B0F0180A-C743-4169-B2F5-17FCDE966BF3}" dt="2025-12-17T16:55:02.108" v="511" actId="478"/>
          <ac:grpSpMkLst>
            <pc:docMk/>
            <pc:sldMk cId="18917204" sldId="260"/>
            <ac:grpSpMk id="4" creationId="{EB095E9F-A2EA-B9E4-B8FD-51AD4841E88C}"/>
          </ac:grpSpMkLst>
        </pc:grpChg>
        <pc:cxnChg chg="mod">
          <ac:chgData name="Ofir Kabiri" userId="0cce55a5-9953-4b04-98ed-30e068d7c696" providerId="ADAL" clId="{B0F0180A-C743-4169-B2F5-17FCDE966BF3}" dt="2025-12-17T16:55:02.108" v="511" actId="478"/>
          <ac:cxnSpMkLst>
            <pc:docMk/>
            <pc:sldMk cId="18917204" sldId="260"/>
            <ac:cxnSpMk id="6" creationId="{00B9F376-9F40-AD4D-E7C5-36F625B7A62B}"/>
          </ac:cxnSpMkLst>
        </pc:cxnChg>
        <pc:cxnChg chg="mod">
          <ac:chgData name="Ofir Kabiri" userId="0cce55a5-9953-4b04-98ed-30e068d7c696" providerId="ADAL" clId="{B0F0180A-C743-4169-B2F5-17FCDE966BF3}" dt="2025-12-17T16:55:02.108" v="511" actId="478"/>
          <ac:cxnSpMkLst>
            <pc:docMk/>
            <pc:sldMk cId="18917204" sldId="260"/>
            <ac:cxnSpMk id="10" creationId="{858CBBBF-00C4-607F-CE93-6F0EB4676F80}"/>
          </ac:cxnSpMkLst>
        </pc:cxnChg>
        <pc:cxnChg chg="mod">
          <ac:chgData name="Ofir Kabiri" userId="0cce55a5-9953-4b04-98ed-30e068d7c696" providerId="ADAL" clId="{B0F0180A-C743-4169-B2F5-17FCDE966BF3}" dt="2025-12-17T16:55:57.104" v="548" actId="14861"/>
          <ac:cxnSpMkLst>
            <pc:docMk/>
            <pc:sldMk cId="18917204" sldId="260"/>
            <ac:cxnSpMk id="22" creationId="{38BC2849-76EC-07B6-56A1-CC45A699E226}"/>
          </ac:cxnSpMkLst>
        </pc:cxnChg>
        <pc:cxnChg chg="mod">
          <ac:chgData name="Ofir Kabiri" userId="0cce55a5-9953-4b04-98ed-30e068d7c696" providerId="ADAL" clId="{B0F0180A-C743-4169-B2F5-17FCDE966BF3}" dt="2025-12-17T16:55:02.108" v="511" actId="478"/>
          <ac:cxnSpMkLst>
            <pc:docMk/>
            <pc:sldMk cId="18917204" sldId="260"/>
            <ac:cxnSpMk id="44" creationId="{08BFE920-05C2-0B0A-77C3-BF602A79C6E8}"/>
          </ac:cxnSpMkLst>
        </pc:cxnChg>
        <pc:cxnChg chg="mod">
          <ac:chgData name="Ofir Kabiri" userId="0cce55a5-9953-4b04-98ed-30e068d7c696" providerId="ADAL" clId="{B0F0180A-C743-4169-B2F5-17FCDE966BF3}" dt="2025-12-17T16:55:02.108" v="511" actId="478"/>
          <ac:cxnSpMkLst>
            <pc:docMk/>
            <pc:sldMk cId="18917204" sldId="260"/>
            <ac:cxnSpMk id="45" creationId="{AAAABA83-A0A3-FA0B-2554-66D15E6D95DE}"/>
          </ac:cxnSpMkLst>
        </pc:cxnChg>
        <pc:cxnChg chg="mod">
          <ac:chgData name="Ofir Kabiri" userId="0cce55a5-9953-4b04-98ed-30e068d7c696" providerId="ADAL" clId="{B0F0180A-C743-4169-B2F5-17FCDE966BF3}" dt="2025-12-17T16:55:02.108" v="511" actId="478"/>
          <ac:cxnSpMkLst>
            <pc:docMk/>
            <pc:sldMk cId="18917204" sldId="260"/>
            <ac:cxnSpMk id="46" creationId="{2D0DD06F-DE42-28E5-4D48-0867F756EF17}"/>
          </ac:cxnSpMkLst>
        </pc:cxnChg>
        <pc:cxnChg chg="mod">
          <ac:chgData name="Ofir Kabiri" userId="0cce55a5-9953-4b04-98ed-30e068d7c696" providerId="ADAL" clId="{B0F0180A-C743-4169-B2F5-17FCDE966BF3}" dt="2025-12-17T16:55:02.108" v="511" actId="478"/>
          <ac:cxnSpMkLst>
            <pc:docMk/>
            <pc:sldMk cId="18917204" sldId="260"/>
            <ac:cxnSpMk id="47" creationId="{980D968C-E9F0-7A0E-F5DC-B11276330913}"/>
          </ac:cxnSpMkLst>
        </pc:cxnChg>
        <pc:cxnChg chg="mod">
          <ac:chgData name="Ofir Kabiri" userId="0cce55a5-9953-4b04-98ed-30e068d7c696" providerId="ADAL" clId="{B0F0180A-C743-4169-B2F5-17FCDE966BF3}" dt="2025-12-17T16:55:02.108" v="511" actId="478"/>
          <ac:cxnSpMkLst>
            <pc:docMk/>
            <pc:sldMk cId="18917204" sldId="260"/>
            <ac:cxnSpMk id="49" creationId="{0A733CCC-A53A-2E59-DB8A-89BCED396766}"/>
          </ac:cxnSpMkLst>
        </pc:cxnChg>
        <pc:cxnChg chg="mod">
          <ac:chgData name="Ofir Kabiri" userId="0cce55a5-9953-4b04-98ed-30e068d7c696" providerId="ADAL" clId="{B0F0180A-C743-4169-B2F5-17FCDE966BF3}" dt="2025-12-17T16:56:07.609" v="549" actId="14861"/>
          <ac:cxnSpMkLst>
            <pc:docMk/>
            <pc:sldMk cId="18917204" sldId="260"/>
            <ac:cxnSpMk id="72" creationId="{7AB24514-1CFC-BB8B-C30A-662EFFFECB32}"/>
          </ac:cxnSpMkLst>
        </pc:cxnChg>
        <pc:cxnChg chg="mod">
          <ac:chgData name="Ofir Kabiri" userId="0cce55a5-9953-4b04-98ed-30e068d7c696" providerId="ADAL" clId="{B0F0180A-C743-4169-B2F5-17FCDE966BF3}" dt="2025-12-17T16:55:02.108" v="511" actId="478"/>
          <ac:cxnSpMkLst>
            <pc:docMk/>
            <pc:sldMk cId="18917204" sldId="260"/>
            <ac:cxnSpMk id="76" creationId="{270E118E-CB25-428C-5827-3DDB405CE744}"/>
          </ac:cxnSpMkLst>
        </pc:cxnChg>
        <pc:cxnChg chg="mod">
          <ac:chgData name="Ofir Kabiri" userId="0cce55a5-9953-4b04-98ed-30e068d7c696" providerId="ADAL" clId="{B0F0180A-C743-4169-B2F5-17FCDE966BF3}" dt="2025-12-17T16:55:52.940" v="547" actId="14861"/>
          <ac:cxnSpMkLst>
            <pc:docMk/>
            <pc:sldMk cId="18917204" sldId="260"/>
            <ac:cxnSpMk id="84" creationId="{ED6F9380-00F2-5A1E-E326-5E48EAC22F37}"/>
          </ac:cxnSpMkLst>
        </pc:cxnChg>
      </pc:sldChg>
      <pc:sldChg chg="addSp delSp modSp add mod">
        <pc:chgData name="Ofir Kabiri" userId="0cce55a5-9953-4b04-98ed-30e068d7c696" providerId="ADAL" clId="{B0F0180A-C743-4169-B2F5-17FCDE966BF3}" dt="2025-12-17T17:04:26.801" v="594" actId="14861"/>
        <pc:sldMkLst>
          <pc:docMk/>
          <pc:sldMk cId="4084289879" sldId="261"/>
        </pc:sldMkLst>
        <pc:spChg chg="mod">
          <ac:chgData name="Ofir Kabiri" userId="0cce55a5-9953-4b04-98ed-30e068d7c696" providerId="ADAL" clId="{B0F0180A-C743-4169-B2F5-17FCDE966BF3}" dt="2025-12-17T16:58:22.941" v="576" actId="20577"/>
          <ac:spMkLst>
            <pc:docMk/>
            <pc:sldMk cId="4084289879" sldId="261"/>
            <ac:spMk id="2" creationId="{9A19E589-EE7F-8C3C-BBAE-9FABF4737A63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10" creationId="{B8ACD343-F60A-06EA-D27D-CCAD59AA5E94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13" creationId="{65BD99E7-1BAD-6CD7-7053-801A7D49733D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17" creationId="{776BAE83-CB28-05AE-8FD4-87B09462BEF8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21" creationId="{FDEF33BD-7E17-9301-531F-D2534D0030C1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25" creationId="{96C7D760-A0AA-6770-3F60-B8B110F2E7D5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29" creationId="{7A11C8A1-D20A-9CEB-38D9-175EA2CCC737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31" creationId="{BC1A327D-830B-37EE-61AA-756EEF70F3F6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43" creationId="{24085880-058D-DEF3-9F74-A357F005FC81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45" creationId="{21B87D62-670D-7707-A893-FDBB02C294EA}"/>
          </ac:spMkLst>
        </pc:spChg>
        <pc:spChg chg="mod">
          <ac:chgData name="Ofir Kabiri" userId="0cce55a5-9953-4b04-98ed-30e068d7c696" providerId="ADAL" clId="{B0F0180A-C743-4169-B2F5-17FCDE966BF3}" dt="2025-12-17T17:03:27.924" v="578"/>
          <ac:spMkLst>
            <pc:docMk/>
            <pc:sldMk cId="4084289879" sldId="261"/>
            <ac:spMk id="48" creationId="{A281ECC4-8067-7B7E-D685-E8409FFAD4B6}"/>
          </ac:spMkLst>
        </pc:spChg>
        <pc:spChg chg="mod">
          <ac:chgData name="Ofir Kabiri" userId="0cce55a5-9953-4b04-98ed-30e068d7c696" providerId="ADAL" clId="{B0F0180A-C743-4169-B2F5-17FCDE966BF3}" dt="2025-12-17T17:03:31.968" v="580"/>
          <ac:spMkLst>
            <pc:docMk/>
            <pc:sldMk cId="4084289879" sldId="261"/>
            <ac:spMk id="77" creationId="{58F9372E-AC5E-4611-5748-39A6D424D40B}"/>
          </ac:spMkLst>
        </pc:spChg>
        <pc:spChg chg="mod">
          <ac:chgData name="Ofir Kabiri" userId="0cce55a5-9953-4b04-98ed-30e068d7c696" providerId="ADAL" clId="{B0F0180A-C743-4169-B2F5-17FCDE966BF3}" dt="2025-12-17T17:03:42.064" v="583" actId="20577"/>
          <ac:spMkLst>
            <pc:docMk/>
            <pc:sldMk cId="4084289879" sldId="261"/>
            <ac:spMk id="79" creationId="{6C56954D-715E-51A2-51C3-1784AD4F6AD9}"/>
          </ac:spMkLst>
        </pc:spChg>
        <pc:spChg chg="mod">
          <ac:chgData name="Ofir Kabiri" userId="0cce55a5-9953-4b04-98ed-30e068d7c696" providerId="ADAL" clId="{B0F0180A-C743-4169-B2F5-17FCDE966BF3}" dt="2025-12-17T17:04:11.594" v="591" actId="1037"/>
          <ac:spMkLst>
            <pc:docMk/>
            <pc:sldMk cId="4084289879" sldId="261"/>
            <ac:spMk id="82" creationId="{3D2DBEB7-7BE8-2B6C-BBE7-1756333ACA14}"/>
          </ac:spMkLst>
        </pc:spChg>
        <pc:spChg chg="mod">
          <ac:chgData name="Ofir Kabiri" userId="0cce55a5-9953-4b04-98ed-30e068d7c696" providerId="ADAL" clId="{B0F0180A-C743-4169-B2F5-17FCDE966BF3}" dt="2025-12-17T17:04:21.844" v="593" actId="20577"/>
          <ac:spMkLst>
            <pc:docMk/>
            <pc:sldMk cId="4084289879" sldId="261"/>
            <ac:spMk id="85" creationId="{CD99464E-09E3-4E9E-DD58-2712DCE9320A}"/>
          </ac:spMkLst>
        </pc:spChg>
        <pc:spChg chg="mod">
          <ac:chgData name="Ofir Kabiri" userId="0cce55a5-9953-4b04-98ed-30e068d7c696" providerId="ADAL" clId="{B0F0180A-C743-4169-B2F5-17FCDE966BF3}" dt="2025-12-17T17:03:31.968" v="580"/>
          <ac:spMkLst>
            <pc:docMk/>
            <pc:sldMk cId="4084289879" sldId="261"/>
            <ac:spMk id="95" creationId="{2BE30193-5F41-8F76-FD16-C15B332806A0}"/>
          </ac:spMkLst>
        </pc:spChg>
        <pc:spChg chg="del">
          <ac:chgData name="Ofir Kabiri" userId="0cce55a5-9953-4b04-98ed-30e068d7c696" providerId="ADAL" clId="{B0F0180A-C743-4169-B2F5-17FCDE966BF3}" dt="2025-12-17T17:03:31.186" v="579" actId="478"/>
          <ac:spMkLst>
            <pc:docMk/>
            <pc:sldMk cId="4084289879" sldId="261"/>
            <ac:spMk id="100" creationId="{B7A8D568-31D8-E191-12D4-B989D7ED8708}"/>
          </ac:spMkLst>
        </pc:spChg>
        <pc:spChg chg="mod">
          <ac:chgData name="Ofir Kabiri" userId="0cce55a5-9953-4b04-98ed-30e068d7c696" providerId="ADAL" clId="{B0F0180A-C743-4169-B2F5-17FCDE966BF3}" dt="2025-12-17T17:03:31.968" v="580"/>
          <ac:spMkLst>
            <pc:docMk/>
            <pc:sldMk cId="4084289879" sldId="261"/>
            <ac:spMk id="102" creationId="{13881D8C-305F-FFE0-5EA9-A5E094578DD0}"/>
          </ac:spMkLst>
        </pc:spChg>
        <pc:spChg chg="mod">
          <ac:chgData name="Ofir Kabiri" userId="0cce55a5-9953-4b04-98ed-30e068d7c696" providerId="ADAL" clId="{B0F0180A-C743-4169-B2F5-17FCDE966BF3}" dt="2025-12-17T17:03:31.968" v="580"/>
          <ac:spMkLst>
            <pc:docMk/>
            <pc:sldMk cId="4084289879" sldId="261"/>
            <ac:spMk id="115" creationId="{EF439D98-552E-C9F1-7F41-5CE89F924E0D}"/>
          </ac:spMkLst>
        </pc:spChg>
        <pc:spChg chg="mod">
          <ac:chgData name="Ofir Kabiri" userId="0cce55a5-9953-4b04-98ed-30e068d7c696" providerId="ADAL" clId="{B0F0180A-C743-4169-B2F5-17FCDE966BF3}" dt="2025-12-17T17:03:31.968" v="580"/>
          <ac:spMkLst>
            <pc:docMk/>
            <pc:sldMk cId="4084289879" sldId="261"/>
            <ac:spMk id="116" creationId="{49407DEF-0C23-C9DE-156C-EB9AFCD06B49}"/>
          </ac:spMkLst>
        </pc:spChg>
        <pc:spChg chg="mod">
          <ac:chgData name="Ofir Kabiri" userId="0cce55a5-9953-4b04-98ed-30e068d7c696" providerId="ADAL" clId="{B0F0180A-C743-4169-B2F5-17FCDE966BF3}" dt="2025-12-17T17:03:31.968" v="580"/>
          <ac:spMkLst>
            <pc:docMk/>
            <pc:sldMk cId="4084289879" sldId="261"/>
            <ac:spMk id="117" creationId="{A6CC8876-9B72-4690-6CA2-9E98694024BF}"/>
          </ac:spMkLst>
        </pc:spChg>
        <pc:spChg chg="mod">
          <ac:chgData name="Ofir Kabiri" userId="0cce55a5-9953-4b04-98ed-30e068d7c696" providerId="ADAL" clId="{B0F0180A-C743-4169-B2F5-17FCDE966BF3}" dt="2025-12-17T17:03:31.968" v="580"/>
          <ac:spMkLst>
            <pc:docMk/>
            <pc:sldMk cId="4084289879" sldId="261"/>
            <ac:spMk id="118" creationId="{DDC0B00A-39AA-ACC4-C869-7DEFCEBE21CF}"/>
          </ac:spMkLst>
        </pc:spChg>
        <pc:spChg chg="mod">
          <ac:chgData name="Ofir Kabiri" userId="0cce55a5-9953-4b04-98ed-30e068d7c696" providerId="ADAL" clId="{B0F0180A-C743-4169-B2F5-17FCDE966BF3}" dt="2025-12-17T17:03:31.968" v="580"/>
          <ac:spMkLst>
            <pc:docMk/>
            <pc:sldMk cId="4084289879" sldId="261"/>
            <ac:spMk id="120" creationId="{D32F7A97-0CD5-17E0-BBA0-E810947B1583}"/>
          </ac:spMkLst>
        </pc:spChg>
        <pc:grpChg chg="del">
          <ac:chgData name="Ofir Kabiri" userId="0cce55a5-9953-4b04-98ed-30e068d7c696" providerId="ADAL" clId="{B0F0180A-C743-4169-B2F5-17FCDE966BF3}" dt="2025-12-17T17:03:27.167" v="577" actId="478"/>
          <ac:grpSpMkLst>
            <pc:docMk/>
            <pc:sldMk cId="4084289879" sldId="261"/>
            <ac:grpSpMk id="3" creationId="{AA494F9C-0257-3E55-4E44-E45D9D1EEEC1}"/>
          </ac:grpSpMkLst>
        </pc:grpChg>
        <pc:grpChg chg="mod">
          <ac:chgData name="Ofir Kabiri" userId="0cce55a5-9953-4b04-98ed-30e068d7c696" providerId="ADAL" clId="{B0F0180A-C743-4169-B2F5-17FCDE966BF3}" dt="2025-12-17T17:03:36.180" v="581" actId="1076"/>
          <ac:grpSpMkLst>
            <pc:docMk/>
            <pc:sldMk cId="4084289879" sldId="261"/>
            <ac:grpSpMk id="75" creationId="{1F4D21C8-72FB-2FD8-0695-EC634FC4FBBF}"/>
          </ac:grpSpMkLst>
        </pc:grpChg>
        <pc:cxnChg chg="mod">
          <ac:chgData name="Ofir Kabiri" userId="0cce55a5-9953-4b04-98ed-30e068d7c696" providerId="ADAL" clId="{B0F0180A-C743-4169-B2F5-17FCDE966BF3}" dt="2025-12-17T17:03:27.167" v="577" actId="478"/>
          <ac:cxnSpMkLst>
            <pc:docMk/>
            <pc:sldMk cId="4084289879" sldId="261"/>
            <ac:cxnSpMk id="14" creationId="{0D4F5D0B-EC18-2E12-50C6-02BA5CFBC527}"/>
          </ac:cxnSpMkLst>
        </pc:cxnChg>
        <pc:cxnChg chg="mod">
          <ac:chgData name="Ofir Kabiri" userId="0cce55a5-9953-4b04-98ed-30e068d7c696" providerId="ADAL" clId="{B0F0180A-C743-4169-B2F5-17FCDE966BF3}" dt="2025-12-17T17:03:27.167" v="577" actId="478"/>
          <ac:cxnSpMkLst>
            <pc:docMk/>
            <pc:sldMk cId="4084289879" sldId="261"/>
            <ac:cxnSpMk id="22" creationId="{ED500334-9C4B-4F42-1DEA-5DE545EE7CE0}"/>
          </ac:cxnSpMkLst>
        </pc:cxnChg>
        <pc:cxnChg chg="mod">
          <ac:chgData name="Ofir Kabiri" userId="0cce55a5-9953-4b04-98ed-30e068d7c696" providerId="ADAL" clId="{B0F0180A-C743-4169-B2F5-17FCDE966BF3}" dt="2025-12-17T17:03:27.167" v="577" actId="478"/>
          <ac:cxnSpMkLst>
            <pc:docMk/>
            <pc:sldMk cId="4084289879" sldId="261"/>
            <ac:cxnSpMk id="69" creationId="{C054BF10-CAD5-2A76-2088-622041528972}"/>
          </ac:cxnSpMkLst>
        </pc:cxnChg>
        <pc:cxnChg chg="mod">
          <ac:chgData name="Ofir Kabiri" userId="0cce55a5-9953-4b04-98ed-30e068d7c696" providerId="ADAL" clId="{B0F0180A-C743-4169-B2F5-17FCDE966BF3}" dt="2025-12-17T17:03:27.167" v="577" actId="478"/>
          <ac:cxnSpMkLst>
            <pc:docMk/>
            <pc:sldMk cId="4084289879" sldId="261"/>
            <ac:cxnSpMk id="70" creationId="{2F9490C9-7228-35C3-50BF-74B63B943644}"/>
          </ac:cxnSpMkLst>
        </pc:cxnChg>
        <pc:cxnChg chg="mod">
          <ac:chgData name="Ofir Kabiri" userId="0cce55a5-9953-4b04-98ed-30e068d7c696" providerId="ADAL" clId="{B0F0180A-C743-4169-B2F5-17FCDE966BF3}" dt="2025-12-17T17:03:27.167" v="577" actId="478"/>
          <ac:cxnSpMkLst>
            <pc:docMk/>
            <pc:sldMk cId="4084289879" sldId="261"/>
            <ac:cxnSpMk id="71" creationId="{FF25E9E4-4461-6097-1442-DE1687150784}"/>
          </ac:cxnSpMkLst>
        </pc:cxnChg>
        <pc:cxnChg chg="mod">
          <ac:chgData name="Ofir Kabiri" userId="0cce55a5-9953-4b04-98ed-30e068d7c696" providerId="ADAL" clId="{B0F0180A-C743-4169-B2F5-17FCDE966BF3}" dt="2025-12-17T17:03:27.167" v="577" actId="478"/>
          <ac:cxnSpMkLst>
            <pc:docMk/>
            <pc:sldMk cId="4084289879" sldId="261"/>
            <ac:cxnSpMk id="72" creationId="{1CC1F1EC-95B3-D7C0-10C2-B130B1288BEB}"/>
          </ac:cxnSpMkLst>
        </pc:cxnChg>
        <pc:cxnChg chg="mod">
          <ac:chgData name="Ofir Kabiri" userId="0cce55a5-9953-4b04-98ed-30e068d7c696" providerId="ADAL" clId="{B0F0180A-C743-4169-B2F5-17FCDE966BF3}" dt="2025-12-17T17:03:27.167" v="577" actId="478"/>
          <ac:cxnSpMkLst>
            <pc:docMk/>
            <pc:sldMk cId="4084289879" sldId="261"/>
            <ac:cxnSpMk id="74" creationId="{D1594593-9208-AA5D-BC03-80E1FBC628CB}"/>
          </ac:cxnSpMkLst>
        </pc:cxnChg>
        <pc:cxnChg chg="mod">
          <ac:chgData name="Ofir Kabiri" userId="0cce55a5-9953-4b04-98ed-30e068d7c696" providerId="ADAL" clId="{B0F0180A-C743-4169-B2F5-17FCDE966BF3}" dt="2025-12-17T17:03:27.167" v="577" actId="478"/>
          <ac:cxnSpMkLst>
            <pc:docMk/>
            <pc:sldMk cId="4084289879" sldId="261"/>
            <ac:cxnSpMk id="84" creationId="{C6B611EC-0EAE-08FD-AB22-07CBFC7CF2B0}"/>
          </ac:cxnSpMkLst>
        </pc:cxnChg>
        <pc:cxnChg chg="mod">
          <ac:chgData name="Ofir Kabiri" userId="0cce55a5-9953-4b04-98ed-30e068d7c696" providerId="ADAL" clId="{B0F0180A-C743-4169-B2F5-17FCDE966BF3}" dt="2025-12-17T17:04:06.804" v="587" actId="14861"/>
          <ac:cxnSpMkLst>
            <pc:docMk/>
            <pc:sldMk cId="4084289879" sldId="261"/>
            <ac:cxnSpMk id="109" creationId="{73C95D35-EE7D-75C1-1406-57989DB81278}"/>
          </ac:cxnSpMkLst>
        </pc:cxnChg>
        <pc:cxnChg chg="mod">
          <ac:chgData name="Ofir Kabiri" userId="0cce55a5-9953-4b04-98ed-30e068d7c696" providerId="ADAL" clId="{B0F0180A-C743-4169-B2F5-17FCDE966BF3}" dt="2025-12-17T17:03:47.358" v="584" actId="14861"/>
          <ac:cxnSpMkLst>
            <pc:docMk/>
            <pc:sldMk cId="4084289879" sldId="261"/>
            <ac:cxnSpMk id="112" creationId="{79BD15F8-5CB9-0909-4947-65411F82FD76}"/>
          </ac:cxnSpMkLst>
        </pc:cxnChg>
        <pc:cxnChg chg="mod">
          <ac:chgData name="Ofir Kabiri" userId="0cce55a5-9953-4b04-98ed-30e068d7c696" providerId="ADAL" clId="{B0F0180A-C743-4169-B2F5-17FCDE966BF3}" dt="2025-12-17T17:04:26.801" v="594" actId="14861"/>
          <ac:cxnSpMkLst>
            <pc:docMk/>
            <pc:sldMk cId="4084289879" sldId="261"/>
            <ac:cxnSpMk id="113" creationId="{85D1C6AD-6782-0BD8-3CD0-66E7C8171540}"/>
          </ac:cxnSpMkLst>
        </pc:cxnChg>
      </pc:sldChg>
      <pc:sldChg chg="addSp delSp modSp add mod">
        <pc:chgData name="Ofir Kabiri" userId="0cce55a5-9953-4b04-98ed-30e068d7c696" providerId="ADAL" clId="{B0F0180A-C743-4169-B2F5-17FCDE966BF3}" dt="2025-12-17T17:16:45.647" v="720" actId="164"/>
        <pc:sldMkLst>
          <pc:docMk/>
          <pc:sldMk cId="2587783321" sldId="262"/>
        </pc:sldMkLst>
        <pc:spChg chg="mod">
          <ac:chgData name="Ofir Kabiri" userId="0cce55a5-9953-4b04-98ed-30e068d7c696" providerId="ADAL" clId="{B0F0180A-C743-4169-B2F5-17FCDE966BF3}" dt="2025-12-17T17:08:40.369" v="626" actId="20577"/>
          <ac:spMkLst>
            <pc:docMk/>
            <pc:sldMk cId="2587783321" sldId="262"/>
            <ac:spMk id="2" creationId="{BFB1AE30-8490-67FE-4579-FA9AE4A7D0B3}"/>
          </ac:spMkLst>
        </pc:spChg>
        <pc:spChg chg="del mod">
          <ac:chgData name="Ofir Kabiri" userId="0cce55a5-9953-4b04-98ed-30e068d7c696" providerId="ADAL" clId="{B0F0180A-C743-4169-B2F5-17FCDE966BF3}" dt="2025-12-17T17:09:50.392" v="631" actId="478"/>
          <ac:spMkLst>
            <pc:docMk/>
            <pc:sldMk cId="2587783321" sldId="262"/>
            <ac:spMk id="7" creationId="{E477D31C-4C73-067D-4CC9-59CBC71F1C3A}"/>
          </ac:spMkLst>
        </pc:spChg>
        <pc:spChg chg="mod">
          <ac:chgData name="Ofir Kabiri" userId="0cce55a5-9953-4b04-98ed-30e068d7c696" providerId="ADAL" clId="{B0F0180A-C743-4169-B2F5-17FCDE966BF3}" dt="2025-12-17T17:09:09.537" v="628"/>
          <ac:spMkLst>
            <pc:docMk/>
            <pc:sldMk cId="2587783321" sldId="262"/>
            <ac:spMk id="13" creationId="{7DD5DFCE-256C-74C2-F597-1EE7461786D3}"/>
          </ac:spMkLst>
        </pc:spChg>
        <pc:spChg chg="mod">
          <ac:chgData name="Ofir Kabiri" userId="0cce55a5-9953-4b04-98ed-30e068d7c696" providerId="ADAL" clId="{B0F0180A-C743-4169-B2F5-17FCDE966BF3}" dt="2025-12-17T17:09:09.537" v="628"/>
          <ac:spMkLst>
            <pc:docMk/>
            <pc:sldMk cId="2587783321" sldId="262"/>
            <ac:spMk id="15" creationId="{D66D599B-394B-7BA8-7092-C367FE81DF31}"/>
          </ac:spMkLst>
        </pc:spChg>
        <pc:spChg chg="mod">
          <ac:chgData name="Ofir Kabiri" userId="0cce55a5-9953-4b04-98ed-30e068d7c696" providerId="ADAL" clId="{B0F0180A-C743-4169-B2F5-17FCDE966BF3}" dt="2025-12-17T17:10:10.970" v="636" actId="1076"/>
          <ac:spMkLst>
            <pc:docMk/>
            <pc:sldMk cId="2587783321" sldId="262"/>
            <ac:spMk id="17" creationId="{07094F6F-70A6-82B9-8597-FC8BFB4E4942}"/>
          </ac:spMkLst>
        </pc:spChg>
        <pc:spChg chg="mod">
          <ac:chgData name="Ofir Kabiri" userId="0cce55a5-9953-4b04-98ed-30e068d7c696" providerId="ADAL" clId="{B0F0180A-C743-4169-B2F5-17FCDE966BF3}" dt="2025-12-17T17:10:59.881" v="669" actId="1038"/>
          <ac:spMkLst>
            <pc:docMk/>
            <pc:sldMk cId="2587783321" sldId="262"/>
            <ac:spMk id="19" creationId="{407C269A-CAF8-A0B0-CF91-2153624C3EE4}"/>
          </ac:spMkLst>
        </pc:spChg>
        <pc:spChg chg="add del mod">
          <ac:chgData name="Ofir Kabiri" userId="0cce55a5-9953-4b04-98ed-30e068d7c696" providerId="ADAL" clId="{B0F0180A-C743-4169-B2F5-17FCDE966BF3}" dt="2025-12-17T17:16:33.831" v="716" actId="21"/>
          <ac:spMkLst>
            <pc:docMk/>
            <pc:sldMk cId="2587783321" sldId="262"/>
            <ac:spMk id="21" creationId="{E8F24E8C-2713-375A-27CD-FA5C11C06BB7}"/>
          </ac:spMkLst>
        </pc:spChg>
        <pc:spChg chg="mod">
          <ac:chgData name="Ofir Kabiri" userId="0cce55a5-9953-4b04-98ed-30e068d7c696" providerId="ADAL" clId="{B0F0180A-C743-4169-B2F5-17FCDE966BF3}" dt="2025-12-17T17:15:36.250" v="679" actId="20577"/>
          <ac:spMkLst>
            <pc:docMk/>
            <pc:sldMk cId="2587783321" sldId="262"/>
            <ac:spMk id="23" creationId="{9D80F160-692F-089A-F192-B92E1451DA1A}"/>
          </ac:spMkLst>
        </pc:spChg>
        <pc:spChg chg="mod">
          <ac:chgData name="Ofir Kabiri" userId="0cce55a5-9953-4b04-98ed-30e068d7c696" providerId="ADAL" clId="{B0F0180A-C743-4169-B2F5-17FCDE966BF3}" dt="2025-12-17T17:09:09.537" v="628"/>
          <ac:spMkLst>
            <pc:docMk/>
            <pc:sldMk cId="2587783321" sldId="262"/>
            <ac:spMk id="27" creationId="{DE41FE50-D07F-4A25-C76A-EB3C911B7DEE}"/>
          </ac:spMkLst>
        </pc:spChg>
        <pc:spChg chg="mod">
          <ac:chgData name="Ofir Kabiri" userId="0cce55a5-9953-4b04-98ed-30e068d7c696" providerId="ADAL" clId="{B0F0180A-C743-4169-B2F5-17FCDE966BF3}" dt="2025-12-17T17:09:09.537" v="628"/>
          <ac:spMkLst>
            <pc:docMk/>
            <pc:sldMk cId="2587783321" sldId="262"/>
            <ac:spMk id="31" creationId="{ED25792A-8B5A-CC66-67FA-4582D572F051}"/>
          </ac:spMkLst>
        </pc:spChg>
        <pc:spChg chg="mod">
          <ac:chgData name="Ofir Kabiri" userId="0cce55a5-9953-4b04-98ed-30e068d7c696" providerId="ADAL" clId="{B0F0180A-C743-4169-B2F5-17FCDE966BF3}" dt="2025-12-17T17:09:09.537" v="628"/>
          <ac:spMkLst>
            <pc:docMk/>
            <pc:sldMk cId="2587783321" sldId="262"/>
            <ac:spMk id="42" creationId="{4A691ABB-6259-22B5-092C-ACB15A222FEB}"/>
          </ac:spMkLst>
        </pc:spChg>
        <pc:spChg chg="mod">
          <ac:chgData name="Ofir Kabiri" userId="0cce55a5-9953-4b04-98ed-30e068d7c696" providerId="ADAL" clId="{B0F0180A-C743-4169-B2F5-17FCDE966BF3}" dt="2025-12-17T17:09:09.537" v="628"/>
          <ac:spMkLst>
            <pc:docMk/>
            <pc:sldMk cId="2587783321" sldId="262"/>
            <ac:spMk id="43" creationId="{EA6DCDC1-1BFE-A90E-3530-5A06D59C8032}"/>
          </ac:spMkLst>
        </pc:spChg>
        <pc:spChg chg="mod">
          <ac:chgData name="Ofir Kabiri" userId="0cce55a5-9953-4b04-98ed-30e068d7c696" providerId="ADAL" clId="{B0F0180A-C743-4169-B2F5-17FCDE966BF3}" dt="2025-12-17T17:09:09.537" v="628"/>
          <ac:spMkLst>
            <pc:docMk/>
            <pc:sldMk cId="2587783321" sldId="262"/>
            <ac:spMk id="48" creationId="{DAFDEECA-B666-27B4-E7B1-61866D3EBF4B}"/>
          </ac:spMkLst>
        </pc:spChg>
        <pc:spChg chg="add mod">
          <ac:chgData name="Ofir Kabiri" userId="0cce55a5-9953-4b04-98ed-30e068d7c696" providerId="ADAL" clId="{B0F0180A-C743-4169-B2F5-17FCDE966BF3}" dt="2025-12-17T17:09:35.741" v="630" actId="164"/>
          <ac:spMkLst>
            <pc:docMk/>
            <pc:sldMk cId="2587783321" sldId="262"/>
            <ac:spMk id="49" creationId="{26B2CE87-DB23-5E67-9158-694D2603F703}"/>
          </ac:spMkLst>
        </pc:spChg>
        <pc:spChg chg="add mod">
          <ac:chgData name="Ofir Kabiri" userId="0cce55a5-9953-4b04-98ed-30e068d7c696" providerId="ADAL" clId="{B0F0180A-C743-4169-B2F5-17FCDE966BF3}" dt="2025-12-17T17:11:10.799" v="675" actId="164"/>
          <ac:spMkLst>
            <pc:docMk/>
            <pc:sldMk cId="2587783321" sldId="262"/>
            <ac:spMk id="58" creationId="{54B06210-45AA-98BD-8A15-A711C401FCB5}"/>
          </ac:spMkLst>
        </pc:spChg>
        <pc:spChg chg="add mod">
          <ac:chgData name="Ofir Kabiri" userId="0cce55a5-9953-4b04-98ed-30e068d7c696" providerId="ADAL" clId="{B0F0180A-C743-4169-B2F5-17FCDE966BF3}" dt="2025-12-17T17:16:45.647" v="720" actId="164"/>
          <ac:spMkLst>
            <pc:docMk/>
            <pc:sldMk cId="2587783321" sldId="262"/>
            <ac:spMk id="64" creationId="{3CECA2E7-639B-7687-7BF2-F3F86EC6B6A9}"/>
          </ac:spMkLst>
        </pc:spChg>
        <pc:grpChg chg="mod">
          <ac:chgData name="Ofir Kabiri" userId="0cce55a5-9953-4b04-98ed-30e068d7c696" providerId="ADAL" clId="{B0F0180A-C743-4169-B2F5-17FCDE966BF3}" dt="2025-12-17T17:09:35.741" v="630" actId="164"/>
          <ac:grpSpMkLst>
            <pc:docMk/>
            <pc:sldMk cId="2587783321" sldId="262"/>
            <ac:grpSpMk id="3" creationId="{A07695D2-C605-3CBF-FB4F-FA85D0EE0D63}"/>
          </ac:grpSpMkLst>
        </pc:grpChg>
        <pc:grpChg chg="del">
          <ac:chgData name="Ofir Kabiri" userId="0cce55a5-9953-4b04-98ed-30e068d7c696" providerId="ADAL" clId="{B0F0180A-C743-4169-B2F5-17FCDE966BF3}" dt="2025-12-17T17:09:50.392" v="631" actId="478"/>
          <ac:grpSpMkLst>
            <pc:docMk/>
            <pc:sldMk cId="2587783321" sldId="262"/>
            <ac:grpSpMk id="4" creationId="{277512CD-3559-00BB-1D0D-B125EADE60AC}"/>
          </ac:grpSpMkLst>
        </pc:grpChg>
        <pc:grpChg chg="del">
          <ac:chgData name="Ofir Kabiri" userId="0cce55a5-9953-4b04-98ed-30e068d7c696" providerId="ADAL" clId="{B0F0180A-C743-4169-B2F5-17FCDE966BF3}" dt="2025-12-17T17:09:51.771" v="632" actId="478"/>
          <ac:grpSpMkLst>
            <pc:docMk/>
            <pc:sldMk cId="2587783321" sldId="262"/>
            <ac:grpSpMk id="6" creationId="{A898EFC3-09A5-CF39-51A9-2BA6EB1B1D20}"/>
          </ac:grpSpMkLst>
        </pc:grpChg>
        <pc:grpChg chg="add del">
          <ac:chgData name="Ofir Kabiri" userId="0cce55a5-9953-4b04-98ed-30e068d7c696" providerId="ADAL" clId="{B0F0180A-C743-4169-B2F5-17FCDE966BF3}" dt="2025-12-17T17:16:33.831" v="716" actId="21"/>
          <ac:grpSpMkLst>
            <pc:docMk/>
            <pc:sldMk cId="2587783321" sldId="262"/>
            <ac:grpSpMk id="18" creationId="{4BD0F547-3EAF-7CCB-4D67-EAB26A51F0D0}"/>
          </ac:grpSpMkLst>
        </pc:grpChg>
        <pc:grpChg chg="add mod">
          <ac:chgData name="Ofir Kabiri" userId="0cce55a5-9953-4b04-98ed-30e068d7c696" providerId="ADAL" clId="{B0F0180A-C743-4169-B2F5-17FCDE966BF3}" dt="2025-12-17T17:10:46.773" v="659" actId="164"/>
          <ac:grpSpMkLst>
            <pc:docMk/>
            <pc:sldMk cId="2587783321" sldId="262"/>
            <ac:grpSpMk id="50" creationId="{2BF66F46-5018-0656-AAAF-B9B164B59361}"/>
          </ac:grpSpMkLst>
        </pc:grpChg>
        <pc:grpChg chg="add mod">
          <ac:chgData name="Ofir Kabiri" userId="0cce55a5-9953-4b04-98ed-30e068d7c696" providerId="ADAL" clId="{B0F0180A-C743-4169-B2F5-17FCDE966BF3}" dt="2025-12-17T17:11:10.799" v="675" actId="164"/>
          <ac:grpSpMkLst>
            <pc:docMk/>
            <pc:sldMk cId="2587783321" sldId="262"/>
            <ac:grpSpMk id="57" creationId="{A403149F-7090-2F28-A9F2-3D84643F526B}"/>
          </ac:grpSpMkLst>
        </pc:grpChg>
        <pc:grpChg chg="add mod">
          <ac:chgData name="Ofir Kabiri" userId="0cce55a5-9953-4b04-98ed-30e068d7c696" providerId="ADAL" clId="{B0F0180A-C743-4169-B2F5-17FCDE966BF3}" dt="2025-12-17T17:16:29.880" v="714" actId="164"/>
          <ac:grpSpMkLst>
            <pc:docMk/>
            <pc:sldMk cId="2587783321" sldId="262"/>
            <ac:grpSpMk id="59" creationId="{889A8426-CF76-98E8-0410-C284CE670C22}"/>
          </ac:grpSpMkLst>
        </pc:grpChg>
        <pc:grpChg chg="add mod">
          <ac:chgData name="Ofir Kabiri" userId="0cce55a5-9953-4b04-98ed-30e068d7c696" providerId="ADAL" clId="{B0F0180A-C743-4169-B2F5-17FCDE966BF3}" dt="2025-12-17T17:16:45.647" v="720" actId="164"/>
          <ac:grpSpMkLst>
            <pc:docMk/>
            <pc:sldMk cId="2587783321" sldId="262"/>
            <ac:grpSpMk id="63" creationId="{1CEC2A4B-B84C-3331-DF73-F3FB214C030B}"/>
          </ac:grpSpMkLst>
        </pc:grpChg>
        <pc:grpChg chg="add mod">
          <ac:chgData name="Ofir Kabiri" userId="0cce55a5-9953-4b04-98ed-30e068d7c696" providerId="ADAL" clId="{B0F0180A-C743-4169-B2F5-17FCDE966BF3}" dt="2025-12-17T17:16:45.647" v="720" actId="164"/>
          <ac:grpSpMkLst>
            <pc:docMk/>
            <pc:sldMk cId="2587783321" sldId="262"/>
            <ac:grpSpMk id="65" creationId="{A288846B-16EA-ABCA-FD98-00B94CD54F05}"/>
          </ac:grpSpMkLst>
        </pc:grpChg>
        <pc:grpChg chg="del">
          <ac:chgData name="Ofir Kabiri" userId="0cce55a5-9953-4b04-98ed-30e068d7c696" providerId="ADAL" clId="{B0F0180A-C743-4169-B2F5-17FCDE966BF3}" dt="2025-12-17T17:09:08.871" v="627" actId="478"/>
          <ac:grpSpMkLst>
            <pc:docMk/>
            <pc:sldMk cId="2587783321" sldId="262"/>
            <ac:grpSpMk id="75" creationId="{2D1734A0-685D-34FE-4BD4-BB32AB25BABB}"/>
          </ac:grpSpMkLst>
        </pc:grpChg>
        <pc:cxnChg chg="del mod">
          <ac:chgData name="Ofir Kabiri" userId="0cce55a5-9953-4b04-98ed-30e068d7c696" providerId="ADAL" clId="{B0F0180A-C743-4169-B2F5-17FCDE966BF3}" dt="2025-12-17T17:09:51.771" v="632" actId="478"/>
          <ac:cxnSpMkLst>
            <pc:docMk/>
            <pc:sldMk cId="2587783321" sldId="262"/>
            <ac:cxnSpMk id="9" creationId="{94EE5451-0FBE-B5BA-9A83-BEB92F795B6F}"/>
          </ac:cxnSpMkLst>
        </pc:cxnChg>
        <pc:cxnChg chg="mod">
          <ac:chgData name="Ofir Kabiri" userId="0cce55a5-9953-4b04-98ed-30e068d7c696" providerId="ADAL" clId="{B0F0180A-C743-4169-B2F5-17FCDE966BF3}" dt="2025-12-17T17:10:32.342" v="649" actId="1037"/>
          <ac:cxnSpMkLst>
            <pc:docMk/>
            <pc:sldMk cId="2587783321" sldId="262"/>
            <ac:cxnSpMk id="36" creationId="{7CB1C1E8-82B1-EA0A-0A7A-842578F79E63}"/>
          </ac:cxnSpMkLst>
        </pc:cxnChg>
        <pc:cxnChg chg="mod">
          <ac:chgData name="Ofir Kabiri" userId="0cce55a5-9953-4b04-98ed-30e068d7c696" providerId="ADAL" clId="{B0F0180A-C743-4169-B2F5-17FCDE966BF3}" dt="2025-12-17T17:09:57.689" v="634" actId="14100"/>
          <ac:cxnSpMkLst>
            <pc:docMk/>
            <pc:sldMk cId="2587783321" sldId="262"/>
            <ac:cxnSpMk id="39" creationId="{45348D24-0B85-9503-77E2-37E1C1F062D5}"/>
          </ac:cxnSpMkLst>
        </pc:cxnChg>
        <pc:cxnChg chg="mod">
          <ac:chgData name="Ofir Kabiri" userId="0cce55a5-9953-4b04-98ed-30e068d7c696" providerId="ADAL" clId="{B0F0180A-C743-4169-B2F5-17FCDE966BF3}" dt="2025-12-17T17:16:15.168" v="706" actId="1036"/>
          <ac:cxnSpMkLst>
            <pc:docMk/>
            <pc:sldMk cId="2587783321" sldId="262"/>
            <ac:cxnSpMk id="40" creationId="{060211A3-0FBB-4716-A05F-8CE64CCFB818}"/>
          </ac:cxnSpMkLst>
        </pc:cxnChg>
        <pc:cxnChg chg="add mod">
          <ac:chgData name="Ofir Kabiri" userId="0cce55a5-9953-4b04-98ed-30e068d7c696" providerId="ADAL" clId="{B0F0180A-C743-4169-B2F5-17FCDE966BF3}" dt="2025-12-17T17:10:46.773" v="659" actId="164"/>
          <ac:cxnSpMkLst>
            <pc:docMk/>
            <pc:sldMk cId="2587783321" sldId="262"/>
            <ac:cxnSpMk id="53" creationId="{BA96EB43-E967-E0FD-144B-F4681BDB014E}"/>
          </ac:cxnSpMkLst>
        </pc:cxnChg>
        <pc:cxnChg chg="add mod">
          <ac:chgData name="Ofir Kabiri" userId="0cce55a5-9953-4b04-98ed-30e068d7c696" providerId="ADAL" clId="{B0F0180A-C743-4169-B2F5-17FCDE966BF3}" dt="2025-12-17T17:16:29.880" v="714" actId="164"/>
          <ac:cxnSpMkLst>
            <pc:docMk/>
            <pc:sldMk cId="2587783321" sldId="262"/>
            <ac:cxnSpMk id="60" creationId="{9F6898DD-CAF6-FFD8-C355-4E2CE10C0B7E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06" creationId="{4B8CC7F8-2B4C-80F6-00E6-924B01D61B01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07" creationId="{E6351B00-CBB6-071A-B5F6-0118165A8431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08" creationId="{5484A353-2072-E70C-9434-6089D429B5B4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09" creationId="{D1BE38E4-C883-E83E-B1D8-D9FFD60AA333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10" creationId="{A2FA2954-D823-44C1-7998-A53DB0A20196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11" creationId="{B632651F-1FD1-3DF0-5B53-33966D7F42E6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12" creationId="{484C75CC-D901-4F00-292B-F064FBBE149F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13" creationId="{E359653D-2648-10D5-001F-6A33C3E073A6}"/>
          </ac:cxnSpMkLst>
        </pc:cxnChg>
        <pc:cxnChg chg="mod">
          <ac:chgData name="Ofir Kabiri" userId="0cce55a5-9953-4b04-98ed-30e068d7c696" providerId="ADAL" clId="{B0F0180A-C743-4169-B2F5-17FCDE966BF3}" dt="2025-12-17T17:09:08.871" v="627" actId="478"/>
          <ac:cxnSpMkLst>
            <pc:docMk/>
            <pc:sldMk cId="2587783321" sldId="262"/>
            <ac:cxnSpMk id="114" creationId="{FEAA7852-00A8-C050-B91F-850B2AD09C22}"/>
          </ac:cxnSpMkLst>
        </pc:cxnChg>
      </pc:sldChg>
      <pc:sldChg chg="modSp add mod">
        <pc:chgData name="Ofir Kabiri" userId="0cce55a5-9953-4b04-98ed-30e068d7c696" providerId="ADAL" clId="{B0F0180A-C743-4169-B2F5-17FCDE966BF3}" dt="2025-12-17T17:19:36.201" v="745" actId="13822"/>
        <pc:sldMkLst>
          <pc:docMk/>
          <pc:sldMk cId="2048382737" sldId="263"/>
        </pc:sldMkLst>
        <pc:spChg chg="mod">
          <ac:chgData name="Ofir Kabiri" userId="0cce55a5-9953-4b04-98ed-30e068d7c696" providerId="ADAL" clId="{B0F0180A-C743-4169-B2F5-17FCDE966BF3}" dt="2025-12-17T17:18:45.156" v="738" actId="20577"/>
          <ac:spMkLst>
            <pc:docMk/>
            <pc:sldMk cId="2048382737" sldId="263"/>
            <ac:spMk id="2" creationId="{8E9C0E22-8ABA-6BAD-91DF-8A746B53E2EC}"/>
          </ac:spMkLst>
        </pc:spChg>
        <pc:spChg chg="mod">
          <ac:chgData name="Ofir Kabiri" userId="0cce55a5-9953-4b04-98ed-30e068d7c696" providerId="ADAL" clId="{B0F0180A-C743-4169-B2F5-17FCDE966BF3}" dt="2025-12-17T17:18:57.991" v="739" actId="13822"/>
          <ac:spMkLst>
            <pc:docMk/>
            <pc:sldMk cId="2048382737" sldId="263"/>
            <ac:spMk id="42" creationId="{0984C507-7589-F9A4-E660-420EA9F23499}"/>
          </ac:spMkLst>
        </pc:spChg>
        <pc:spChg chg="mod">
          <ac:chgData name="Ofir Kabiri" userId="0cce55a5-9953-4b04-98ed-30e068d7c696" providerId="ADAL" clId="{B0F0180A-C743-4169-B2F5-17FCDE966BF3}" dt="2025-12-17T17:19:20.439" v="740" actId="13822"/>
          <ac:spMkLst>
            <pc:docMk/>
            <pc:sldMk cId="2048382737" sldId="263"/>
            <ac:spMk id="43" creationId="{83415DFE-D6D8-4B3C-7D1F-FB12A324D944}"/>
          </ac:spMkLst>
        </pc:spChg>
        <pc:spChg chg="mod">
          <ac:chgData name="Ofir Kabiri" userId="0cce55a5-9953-4b04-98ed-30e068d7c696" providerId="ADAL" clId="{B0F0180A-C743-4169-B2F5-17FCDE966BF3}" dt="2025-12-17T17:19:24.846" v="741" actId="13822"/>
          <ac:spMkLst>
            <pc:docMk/>
            <pc:sldMk cId="2048382737" sldId="263"/>
            <ac:spMk id="44" creationId="{C6EC284D-FAD6-CD1C-18C5-7AB7F545BC8D}"/>
          </ac:spMkLst>
        </pc:spChg>
        <pc:spChg chg="mod">
          <ac:chgData name="Ofir Kabiri" userId="0cce55a5-9953-4b04-98ed-30e068d7c696" providerId="ADAL" clId="{B0F0180A-C743-4169-B2F5-17FCDE966BF3}" dt="2025-12-17T17:19:33.397" v="744" actId="13822"/>
          <ac:spMkLst>
            <pc:docMk/>
            <pc:sldMk cId="2048382737" sldId="263"/>
            <ac:spMk id="45" creationId="{6D2A760A-866C-04E6-DDD7-0724D77A9809}"/>
          </ac:spMkLst>
        </pc:spChg>
        <pc:spChg chg="mod">
          <ac:chgData name="Ofir Kabiri" userId="0cce55a5-9953-4b04-98ed-30e068d7c696" providerId="ADAL" clId="{B0F0180A-C743-4169-B2F5-17FCDE966BF3}" dt="2025-12-17T17:19:30.463" v="743" actId="13822"/>
          <ac:spMkLst>
            <pc:docMk/>
            <pc:sldMk cId="2048382737" sldId="263"/>
            <ac:spMk id="46" creationId="{451089AE-3E48-3B4C-2E82-8C441984E94A}"/>
          </ac:spMkLst>
        </pc:spChg>
        <pc:spChg chg="mod">
          <ac:chgData name="Ofir Kabiri" userId="0cce55a5-9953-4b04-98ed-30e068d7c696" providerId="ADAL" clId="{B0F0180A-C743-4169-B2F5-17FCDE966BF3}" dt="2025-12-17T17:19:27.754" v="742" actId="13822"/>
          <ac:spMkLst>
            <pc:docMk/>
            <pc:sldMk cId="2048382737" sldId="263"/>
            <ac:spMk id="47" creationId="{5E607913-062D-B48E-1BA7-A7BDE0F90DB0}"/>
          </ac:spMkLst>
        </pc:spChg>
        <pc:spChg chg="mod">
          <ac:chgData name="Ofir Kabiri" userId="0cce55a5-9953-4b04-98ed-30e068d7c696" providerId="ADAL" clId="{B0F0180A-C743-4169-B2F5-17FCDE966BF3}" dt="2025-12-17T17:19:36.201" v="745" actId="13822"/>
          <ac:spMkLst>
            <pc:docMk/>
            <pc:sldMk cId="2048382737" sldId="263"/>
            <ac:spMk id="48" creationId="{E30F7A78-93BB-F896-8F5B-7DF88B54D253}"/>
          </ac:spMkLst>
        </pc:spChg>
      </pc:sldChg>
      <pc:sldChg chg="addSp delSp modSp add mod">
        <pc:chgData name="Ofir Kabiri" userId="0cce55a5-9953-4b04-98ed-30e068d7c696" providerId="ADAL" clId="{B0F0180A-C743-4169-B2F5-17FCDE966BF3}" dt="2025-12-17T17:21:49.690" v="785" actId="207"/>
        <pc:sldMkLst>
          <pc:docMk/>
          <pc:sldMk cId="3052552957" sldId="264"/>
        </pc:sldMkLst>
        <pc:spChg chg="mod">
          <ac:chgData name="Ofir Kabiri" userId="0cce55a5-9953-4b04-98ed-30e068d7c696" providerId="ADAL" clId="{B0F0180A-C743-4169-B2F5-17FCDE966BF3}" dt="2025-12-17T17:20:47.564" v="774" actId="20577"/>
          <ac:spMkLst>
            <pc:docMk/>
            <pc:sldMk cId="3052552957" sldId="264"/>
            <ac:spMk id="2" creationId="{1C80AADD-6C1F-99A0-1A39-68F418244381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7" creationId="{B74B8290-AE1B-F7DD-21FC-67F648807983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54" creationId="{B3F7E5C1-8DA8-6269-13E8-3E9DE882B19C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62" creationId="{2A381955-2F34-4CA4-2573-B4495FECBA3E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71" creationId="{26B311D6-58AF-F9C8-6458-BAE70DCF41F3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73" creationId="{9A27E470-0E6B-90BE-1C95-5B9C19CC26F0}"/>
          </ac:spMkLst>
        </pc:spChg>
        <pc:spChg chg="mod">
          <ac:chgData name="Ofir Kabiri" userId="0cce55a5-9953-4b04-98ed-30e068d7c696" providerId="ADAL" clId="{B0F0180A-C743-4169-B2F5-17FCDE966BF3}" dt="2025-12-17T17:21:45.609" v="784" actId="207"/>
          <ac:spMkLst>
            <pc:docMk/>
            <pc:sldMk cId="3052552957" sldId="264"/>
            <ac:spMk id="79" creationId="{39581267-2FF0-655F-E591-2E61F7F67563}"/>
          </ac:spMkLst>
        </pc:spChg>
        <pc:spChg chg="mod">
          <ac:chgData name="Ofir Kabiri" userId="0cce55a5-9953-4b04-98ed-30e068d7c696" providerId="ADAL" clId="{B0F0180A-C743-4169-B2F5-17FCDE966BF3}" dt="2025-12-17T17:21:16.134" v="778" actId="207"/>
          <ac:spMkLst>
            <pc:docMk/>
            <pc:sldMk cId="3052552957" sldId="264"/>
            <ac:spMk id="81" creationId="{DB03BB6F-E127-203C-78DB-D2FF204C170B}"/>
          </ac:spMkLst>
        </pc:spChg>
        <pc:spChg chg="mod">
          <ac:chgData name="Ofir Kabiri" userId="0cce55a5-9953-4b04-98ed-30e068d7c696" providerId="ADAL" clId="{B0F0180A-C743-4169-B2F5-17FCDE966BF3}" dt="2025-12-17T17:21:49.690" v="785" actId="207"/>
          <ac:spMkLst>
            <pc:docMk/>
            <pc:sldMk cId="3052552957" sldId="264"/>
            <ac:spMk id="83" creationId="{13BE9E3F-3491-BF58-6872-83A961C6974D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87" creationId="{171B2057-5220-54D2-C8DB-090348CD5F10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89" creationId="{B4135332-6955-4FCF-EB69-65F3DB1F15A2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100" creationId="{B93C4C65-A2E2-1726-4857-F690F99EE5F3}"/>
          </ac:spMkLst>
        </pc:spChg>
        <pc:spChg chg="mod">
          <ac:chgData name="Ofir Kabiri" userId="0cce55a5-9953-4b04-98ed-30e068d7c696" providerId="ADAL" clId="{B0F0180A-C743-4169-B2F5-17FCDE966BF3}" dt="2025-12-17T17:20:56.474" v="776"/>
          <ac:spMkLst>
            <pc:docMk/>
            <pc:sldMk cId="3052552957" sldId="264"/>
            <ac:spMk id="102" creationId="{3944D8F8-51B0-CBB1-16A0-E01948B91ADD}"/>
          </ac:spMkLst>
        </pc:spChg>
        <pc:grpChg chg="del">
          <ac:chgData name="Ofir Kabiri" userId="0cce55a5-9953-4b04-98ed-30e068d7c696" providerId="ADAL" clId="{B0F0180A-C743-4169-B2F5-17FCDE966BF3}" dt="2025-12-17T17:20:51.953" v="775" actId="478"/>
          <ac:grpSpMkLst>
            <pc:docMk/>
            <pc:sldMk cId="3052552957" sldId="264"/>
            <ac:grpSpMk id="65" creationId="{F8BD4E74-7099-3226-62F0-7CEA0212C9AB}"/>
          </ac:grpSpMkLst>
        </pc:grpChg>
        <pc:cxnChg chg="mod">
          <ac:chgData name="Ofir Kabiri" userId="0cce55a5-9953-4b04-98ed-30e068d7c696" providerId="ADAL" clId="{B0F0180A-C743-4169-B2F5-17FCDE966BF3}" dt="2025-12-17T17:20:51.953" v="775" actId="478"/>
          <ac:cxnSpMkLst>
            <pc:docMk/>
            <pc:sldMk cId="3052552957" sldId="264"/>
            <ac:cxnSpMk id="5" creationId="{23721917-BCEC-7C05-F13F-7BB04CC8D0BB}"/>
          </ac:cxnSpMkLst>
        </pc:cxnChg>
        <pc:cxnChg chg="mod">
          <ac:chgData name="Ofir Kabiri" userId="0cce55a5-9953-4b04-98ed-30e068d7c696" providerId="ADAL" clId="{B0F0180A-C743-4169-B2F5-17FCDE966BF3}" dt="2025-12-17T17:20:51.953" v="775" actId="478"/>
          <ac:cxnSpMkLst>
            <pc:docMk/>
            <pc:sldMk cId="3052552957" sldId="264"/>
            <ac:cxnSpMk id="33" creationId="{A1A7A626-AA4F-01F8-9C55-BE847094E246}"/>
          </ac:cxnSpMkLst>
        </pc:cxnChg>
        <pc:cxnChg chg="mod">
          <ac:chgData name="Ofir Kabiri" userId="0cce55a5-9953-4b04-98ed-30e068d7c696" providerId="ADAL" clId="{B0F0180A-C743-4169-B2F5-17FCDE966BF3}" dt="2025-12-17T17:20:51.953" v="775" actId="478"/>
          <ac:cxnSpMkLst>
            <pc:docMk/>
            <pc:sldMk cId="3052552957" sldId="264"/>
            <ac:cxnSpMk id="34" creationId="{F5EA189C-0178-B1B5-2110-8F3332B6616F}"/>
          </ac:cxnSpMkLst>
        </pc:cxnChg>
        <pc:cxnChg chg="mod">
          <ac:chgData name="Ofir Kabiri" userId="0cce55a5-9953-4b04-98ed-30e068d7c696" providerId="ADAL" clId="{B0F0180A-C743-4169-B2F5-17FCDE966BF3}" dt="2025-12-17T17:20:51.953" v="775" actId="478"/>
          <ac:cxnSpMkLst>
            <pc:docMk/>
            <pc:sldMk cId="3052552957" sldId="264"/>
            <ac:cxnSpMk id="35" creationId="{C09A4D1A-BF78-6EFC-CA95-82F0CC2D1DDF}"/>
          </ac:cxnSpMkLst>
        </pc:cxnChg>
        <pc:cxnChg chg="mod">
          <ac:chgData name="Ofir Kabiri" userId="0cce55a5-9953-4b04-98ed-30e068d7c696" providerId="ADAL" clId="{B0F0180A-C743-4169-B2F5-17FCDE966BF3}" dt="2025-12-17T17:20:51.953" v="775" actId="478"/>
          <ac:cxnSpMkLst>
            <pc:docMk/>
            <pc:sldMk cId="3052552957" sldId="264"/>
            <ac:cxnSpMk id="38" creationId="{7A93C9C8-F906-59C4-3790-B0FD8199B28D}"/>
          </ac:cxnSpMkLst>
        </pc:cxnChg>
        <pc:cxnChg chg="mod">
          <ac:chgData name="Ofir Kabiri" userId="0cce55a5-9953-4b04-98ed-30e068d7c696" providerId="ADAL" clId="{B0F0180A-C743-4169-B2F5-17FCDE966BF3}" dt="2025-12-17T17:20:51.953" v="775" actId="478"/>
          <ac:cxnSpMkLst>
            <pc:docMk/>
            <pc:sldMk cId="3052552957" sldId="264"/>
            <ac:cxnSpMk id="39" creationId="{0E9ACA01-9F8C-55B0-27E7-AF0197AB1DCD}"/>
          </ac:cxnSpMkLst>
        </pc:cxnChg>
        <pc:cxnChg chg="mod">
          <ac:chgData name="Ofir Kabiri" userId="0cce55a5-9953-4b04-98ed-30e068d7c696" providerId="ADAL" clId="{B0F0180A-C743-4169-B2F5-17FCDE966BF3}" dt="2025-12-17T17:21:28.758" v="780" actId="14861"/>
          <ac:cxnSpMkLst>
            <pc:docMk/>
            <pc:sldMk cId="3052552957" sldId="264"/>
            <ac:cxnSpMk id="93" creationId="{179F0EA5-D85B-4CB0-D7E4-33FEE05972B6}"/>
          </ac:cxnSpMkLst>
        </pc:cxnChg>
        <pc:cxnChg chg="mod">
          <ac:chgData name="Ofir Kabiri" userId="0cce55a5-9953-4b04-98ed-30e068d7c696" providerId="ADAL" clId="{B0F0180A-C743-4169-B2F5-17FCDE966BF3}" dt="2025-12-17T17:21:32.793" v="781" actId="14861"/>
          <ac:cxnSpMkLst>
            <pc:docMk/>
            <pc:sldMk cId="3052552957" sldId="264"/>
            <ac:cxnSpMk id="96" creationId="{872950B4-7A70-8BEB-0DBB-4A9609A5E010}"/>
          </ac:cxnSpMkLst>
        </pc:cxnChg>
        <pc:cxnChg chg="mod">
          <ac:chgData name="Ofir Kabiri" userId="0cce55a5-9953-4b04-98ed-30e068d7c696" providerId="ADAL" clId="{B0F0180A-C743-4169-B2F5-17FCDE966BF3}" dt="2025-12-17T17:21:39.637" v="783" actId="14861"/>
          <ac:cxnSpMkLst>
            <pc:docMk/>
            <pc:sldMk cId="3052552957" sldId="264"/>
            <ac:cxnSpMk id="98" creationId="{0D3AC33D-5317-3998-D6CD-D8487FFDFF1B}"/>
          </ac:cxnSpMkLst>
        </pc:cxnChg>
      </pc:sldChg>
      <pc:sldChg chg="addSp delSp modSp add mod">
        <pc:chgData name="Ofir Kabiri" userId="0cce55a5-9953-4b04-98ed-30e068d7c696" providerId="ADAL" clId="{B0F0180A-C743-4169-B2F5-17FCDE966BF3}" dt="2025-12-17T17:26:58.646" v="820" actId="14861"/>
        <pc:sldMkLst>
          <pc:docMk/>
          <pc:sldMk cId="1685213163" sldId="265"/>
        </pc:sldMkLst>
        <pc:spChg chg="mod">
          <ac:chgData name="Ofir Kabiri" userId="0cce55a5-9953-4b04-98ed-30e068d7c696" providerId="ADAL" clId="{B0F0180A-C743-4169-B2F5-17FCDE966BF3}" dt="2025-12-17T17:24:32.262" v="808" actId="20577"/>
          <ac:spMkLst>
            <pc:docMk/>
            <pc:sldMk cId="1685213163" sldId="265"/>
            <ac:spMk id="2" creationId="{0B336F1C-D3B2-DA1D-0A97-3B649C6EF818}"/>
          </ac:spMkLst>
        </pc:spChg>
        <pc:spChg chg="mod">
          <ac:chgData name="Ofir Kabiri" userId="0cce55a5-9953-4b04-98ed-30e068d7c696" providerId="ADAL" clId="{B0F0180A-C743-4169-B2F5-17FCDE966BF3}" dt="2025-12-17T17:24:46.185" v="810"/>
          <ac:spMkLst>
            <pc:docMk/>
            <pc:sldMk cId="1685213163" sldId="265"/>
            <ac:spMk id="13" creationId="{87F3488E-85F1-C25E-CCDC-ECC9E71FC96D}"/>
          </ac:spMkLst>
        </pc:spChg>
        <pc:spChg chg="mod">
          <ac:chgData name="Ofir Kabiri" userId="0cce55a5-9953-4b04-98ed-30e068d7c696" providerId="ADAL" clId="{B0F0180A-C743-4169-B2F5-17FCDE966BF3}" dt="2025-12-17T17:26:16.709" v="814" actId="14100"/>
          <ac:spMkLst>
            <pc:docMk/>
            <pc:sldMk cId="1685213163" sldId="265"/>
            <ac:spMk id="15" creationId="{A82F2008-F41A-B442-8E12-C3FB5544D5DA}"/>
          </ac:spMkLst>
        </pc:spChg>
        <pc:spChg chg="mod">
          <ac:chgData name="Ofir Kabiri" userId="0cce55a5-9953-4b04-98ed-30e068d7c696" providerId="ADAL" clId="{B0F0180A-C743-4169-B2F5-17FCDE966BF3}" dt="2025-12-17T17:26:32.321" v="818" actId="20577"/>
          <ac:spMkLst>
            <pc:docMk/>
            <pc:sldMk cId="1685213163" sldId="265"/>
            <ac:spMk id="17" creationId="{5BB2A3E9-03EF-B79C-DEC2-2277960DE3D1}"/>
          </ac:spMkLst>
        </pc:spChg>
        <pc:spChg chg="mod">
          <ac:chgData name="Ofir Kabiri" userId="0cce55a5-9953-4b04-98ed-30e068d7c696" providerId="ADAL" clId="{B0F0180A-C743-4169-B2F5-17FCDE966BF3}" dt="2025-12-17T17:26:27.021" v="816" actId="20577"/>
          <ac:spMkLst>
            <pc:docMk/>
            <pc:sldMk cId="1685213163" sldId="265"/>
            <ac:spMk id="19" creationId="{1026FF32-05B9-F481-1715-2B0B2750B3B8}"/>
          </ac:spMkLst>
        </pc:spChg>
        <pc:spChg chg="mod">
          <ac:chgData name="Ofir Kabiri" userId="0cce55a5-9953-4b04-98ed-30e068d7c696" providerId="ADAL" clId="{B0F0180A-C743-4169-B2F5-17FCDE966BF3}" dt="2025-12-17T17:24:46.185" v="810"/>
          <ac:spMkLst>
            <pc:docMk/>
            <pc:sldMk cId="1685213163" sldId="265"/>
            <ac:spMk id="21" creationId="{A3FA5F1A-A5CD-573B-A242-FDCDD8DA2A96}"/>
          </ac:spMkLst>
        </pc:spChg>
        <pc:spChg chg="mod">
          <ac:chgData name="Ofir Kabiri" userId="0cce55a5-9953-4b04-98ed-30e068d7c696" providerId="ADAL" clId="{B0F0180A-C743-4169-B2F5-17FCDE966BF3}" dt="2025-12-17T17:24:46.185" v="810"/>
          <ac:spMkLst>
            <pc:docMk/>
            <pc:sldMk cId="1685213163" sldId="265"/>
            <ac:spMk id="23" creationId="{9BC67641-1633-B376-9E1D-DF82B9F75EAD}"/>
          </ac:spMkLst>
        </pc:spChg>
        <pc:spChg chg="mod">
          <ac:chgData name="Ofir Kabiri" userId="0cce55a5-9953-4b04-98ed-30e068d7c696" providerId="ADAL" clId="{B0F0180A-C743-4169-B2F5-17FCDE966BF3}" dt="2025-12-17T17:24:46.185" v="810"/>
          <ac:spMkLst>
            <pc:docMk/>
            <pc:sldMk cId="1685213163" sldId="265"/>
            <ac:spMk id="36" creationId="{0E441C23-D490-8064-13F2-95CC9FFDF457}"/>
          </ac:spMkLst>
        </pc:spChg>
        <pc:spChg chg="mod">
          <ac:chgData name="Ofir Kabiri" userId="0cce55a5-9953-4b04-98ed-30e068d7c696" providerId="ADAL" clId="{B0F0180A-C743-4169-B2F5-17FCDE966BF3}" dt="2025-12-17T17:24:46.185" v="810"/>
          <ac:spMkLst>
            <pc:docMk/>
            <pc:sldMk cId="1685213163" sldId="265"/>
            <ac:spMk id="38" creationId="{7D40486F-E51E-9164-BF14-AE0E932C04F8}"/>
          </ac:spMkLst>
        </pc:spChg>
        <pc:spChg chg="mod">
          <ac:chgData name="Ofir Kabiri" userId="0cce55a5-9953-4b04-98ed-30e068d7c696" providerId="ADAL" clId="{B0F0180A-C743-4169-B2F5-17FCDE966BF3}" dt="2025-12-17T17:24:46.185" v="810"/>
          <ac:spMkLst>
            <pc:docMk/>
            <pc:sldMk cId="1685213163" sldId="265"/>
            <ac:spMk id="40" creationId="{E49E00A8-5E6F-3E45-0A50-33D302971521}"/>
          </ac:spMkLst>
        </pc:spChg>
        <pc:spChg chg="mod">
          <ac:chgData name="Ofir Kabiri" userId="0cce55a5-9953-4b04-98ed-30e068d7c696" providerId="ADAL" clId="{B0F0180A-C743-4169-B2F5-17FCDE966BF3}" dt="2025-12-17T17:24:46.185" v="810"/>
          <ac:spMkLst>
            <pc:docMk/>
            <pc:sldMk cId="1685213163" sldId="265"/>
            <ac:spMk id="41" creationId="{C2AB0A9C-FAF9-813D-1621-226655345047}"/>
          </ac:spMkLst>
        </pc:spChg>
        <pc:spChg chg="mod">
          <ac:chgData name="Ofir Kabiri" userId="0cce55a5-9953-4b04-98ed-30e068d7c696" providerId="ADAL" clId="{B0F0180A-C743-4169-B2F5-17FCDE966BF3}" dt="2025-12-17T17:24:46.185" v="810"/>
          <ac:spMkLst>
            <pc:docMk/>
            <pc:sldMk cId="1685213163" sldId="265"/>
            <ac:spMk id="42" creationId="{A98D318C-7004-7EE4-CB2A-F36F9920AE43}"/>
          </ac:spMkLst>
        </pc:spChg>
        <pc:grpChg chg="del">
          <ac:chgData name="Ofir Kabiri" userId="0cce55a5-9953-4b04-98ed-30e068d7c696" providerId="ADAL" clId="{B0F0180A-C743-4169-B2F5-17FCDE966BF3}" dt="2025-12-17T17:24:35.475" v="809" actId="478"/>
          <ac:grpSpMkLst>
            <pc:docMk/>
            <pc:sldMk cId="1685213163" sldId="265"/>
            <ac:grpSpMk id="4" creationId="{6DF98E03-7C31-91D0-FBD3-9AF94155A85B}"/>
          </ac:grpSpMkLst>
        </pc:grpChg>
        <pc:cxnChg chg="mod">
          <ac:chgData name="Ofir Kabiri" userId="0cce55a5-9953-4b04-98ed-30e068d7c696" providerId="ADAL" clId="{B0F0180A-C743-4169-B2F5-17FCDE966BF3}" dt="2025-12-17T17:26:51.293" v="819" actId="14861"/>
          <ac:cxnSpMkLst>
            <pc:docMk/>
            <pc:sldMk cId="1685213163" sldId="265"/>
            <ac:cxnSpMk id="29" creationId="{3638F34D-ECA0-95A0-F491-9AD1B527B050}"/>
          </ac:cxnSpMkLst>
        </pc:cxnChg>
        <pc:cxnChg chg="mod">
          <ac:chgData name="Ofir Kabiri" userId="0cce55a5-9953-4b04-98ed-30e068d7c696" providerId="ADAL" clId="{B0F0180A-C743-4169-B2F5-17FCDE966BF3}" dt="2025-12-17T17:26:58.646" v="820" actId="14861"/>
          <ac:cxnSpMkLst>
            <pc:docMk/>
            <pc:sldMk cId="1685213163" sldId="265"/>
            <ac:cxnSpMk id="32" creationId="{CB1AE311-B40A-B92D-8899-9963A6818A21}"/>
          </ac:cxnSpMkLst>
        </pc:cxnChg>
        <pc:cxnChg chg="mod">
          <ac:chgData name="Ofir Kabiri" userId="0cce55a5-9953-4b04-98ed-30e068d7c696" providerId="ADAL" clId="{B0F0180A-C743-4169-B2F5-17FCDE966BF3}" dt="2025-12-17T17:24:35.475" v="809" actId="478"/>
          <ac:cxnSpMkLst>
            <pc:docMk/>
            <pc:sldMk cId="1685213163" sldId="265"/>
            <ac:cxnSpMk id="67" creationId="{33F93E9C-5129-17D2-D0D5-22E0FF0A86AB}"/>
          </ac:cxnSpMkLst>
        </pc:cxnChg>
        <pc:cxnChg chg="mod">
          <ac:chgData name="Ofir Kabiri" userId="0cce55a5-9953-4b04-98ed-30e068d7c696" providerId="ADAL" clId="{B0F0180A-C743-4169-B2F5-17FCDE966BF3}" dt="2025-12-17T17:24:35.475" v="809" actId="478"/>
          <ac:cxnSpMkLst>
            <pc:docMk/>
            <pc:sldMk cId="1685213163" sldId="265"/>
            <ac:cxnSpMk id="91" creationId="{F8E2E9F2-2DC1-C72F-DBEC-4477931C5171}"/>
          </ac:cxnSpMkLst>
        </pc:cxnChg>
        <pc:cxnChg chg="mod">
          <ac:chgData name="Ofir Kabiri" userId="0cce55a5-9953-4b04-98ed-30e068d7c696" providerId="ADAL" clId="{B0F0180A-C743-4169-B2F5-17FCDE966BF3}" dt="2025-12-17T17:24:35.475" v="809" actId="478"/>
          <ac:cxnSpMkLst>
            <pc:docMk/>
            <pc:sldMk cId="1685213163" sldId="265"/>
            <ac:cxnSpMk id="92" creationId="{DF986246-9AB3-DA3F-9942-A05100E31BEC}"/>
          </ac:cxnSpMkLst>
        </pc:cxnChg>
        <pc:cxnChg chg="mod">
          <ac:chgData name="Ofir Kabiri" userId="0cce55a5-9953-4b04-98ed-30e068d7c696" providerId="ADAL" clId="{B0F0180A-C743-4169-B2F5-17FCDE966BF3}" dt="2025-12-17T17:24:35.475" v="809" actId="478"/>
          <ac:cxnSpMkLst>
            <pc:docMk/>
            <pc:sldMk cId="1685213163" sldId="265"/>
            <ac:cxnSpMk id="93" creationId="{3EF5923C-1929-50B0-BC67-15EB4C2D8736}"/>
          </ac:cxnSpMkLst>
        </pc:cxnChg>
        <pc:cxnChg chg="mod">
          <ac:chgData name="Ofir Kabiri" userId="0cce55a5-9953-4b04-98ed-30e068d7c696" providerId="ADAL" clId="{B0F0180A-C743-4169-B2F5-17FCDE966BF3}" dt="2025-12-17T17:24:35.475" v="809" actId="478"/>
          <ac:cxnSpMkLst>
            <pc:docMk/>
            <pc:sldMk cId="1685213163" sldId="265"/>
            <ac:cxnSpMk id="96" creationId="{9E0DAF7F-ECE5-D9F0-5899-79C7CF0EE2AC}"/>
          </ac:cxnSpMkLst>
        </pc:cxnChg>
        <pc:cxnChg chg="mod">
          <ac:chgData name="Ofir Kabiri" userId="0cce55a5-9953-4b04-98ed-30e068d7c696" providerId="ADAL" clId="{B0F0180A-C743-4169-B2F5-17FCDE966BF3}" dt="2025-12-17T17:24:35.475" v="809" actId="478"/>
          <ac:cxnSpMkLst>
            <pc:docMk/>
            <pc:sldMk cId="1685213163" sldId="265"/>
            <ac:cxnSpMk id="97" creationId="{56E9263F-8DEB-5D1D-063B-DE1DD491FB86}"/>
          </ac:cxnSpMkLst>
        </pc:cxnChg>
      </pc:sldChg>
      <pc:sldChg chg="addSp delSp modSp add mod">
        <pc:chgData name="Ofir Kabiri" userId="0cce55a5-9953-4b04-98ed-30e068d7c696" providerId="ADAL" clId="{B0F0180A-C743-4169-B2F5-17FCDE966BF3}" dt="2025-12-17T17:31:56.440" v="922" actId="20577"/>
        <pc:sldMkLst>
          <pc:docMk/>
          <pc:sldMk cId="2041786563" sldId="266"/>
        </pc:sldMkLst>
        <pc:spChg chg="mod">
          <ac:chgData name="Ofir Kabiri" userId="0cce55a5-9953-4b04-98ed-30e068d7c696" providerId="ADAL" clId="{B0F0180A-C743-4169-B2F5-17FCDE966BF3}" dt="2025-12-17T17:28:52.799" v="851" actId="20577"/>
          <ac:spMkLst>
            <pc:docMk/>
            <pc:sldMk cId="2041786563" sldId="266"/>
            <ac:spMk id="2" creationId="{56D12ED6-B53C-64FD-0091-D75E23AEB862}"/>
          </ac:spMkLst>
        </pc:spChg>
        <pc:spChg chg="add del mod topLvl">
          <ac:chgData name="Ofir Kabiri" userId="0cce55a5-9953-4b04-98ed-30e068d7c696" providerId="ADAL" clId="{B0F0180A-C743-4169-B2F5-17FCDE966BF3}" dt="2025-12-17T17:30:00.284" v="866" actId="20577"/>
          <ac:spMkLst>
            <pc:docMk/>
            <pc:sldMk cId="2041786563" sldId="266"/>
            <ac:spMk id="7" creationId="{8615C3E4-66AB-5211-2D6E-5C0F3249C23F}"/>
          </ac:spMkLst>
        </pc:spChg>
        <pc:spChg chg="mod">
          <ac:chgData name="Ofir Kabiri" userId="0cce55a5-9953-4b04-98ed-30e068d7c696" providerId="ADAL" clId="{B0F0180A-C743-4169-B2F5-17FCDE966BF3}" dt="2025-12-17T17:29:12.661" v="853"/>
          <ac:spMkLst>
            <pc:docMk/>
            <pc:sldMk cId="2041786563" sldId="266"/>
            <ac:spMk id="45" creationId="{09CB63C5-4861-7030-8DCB-08357F306391}"/>
          </ac:spMkLst>
        </pc:spChg>
        <pc:spChg chg="mod">
          <ac:chgData name="Ofir Kabiri" userId="0cce55a5-9953-4b04-98ed-30e068d7c696" providerId="ADAL" clId="{B0F0180A-C743-4169-B2F5-17FCDE966BF3}" dt="2025-12-17T17:29:12.661" v="853"/>
          <ac:spMkLst>
            <pc:docMk/>
            <pc:sldMk cId="2041786563" sldId="266"/>
            <ac:spMk id="49" creationId="{7F1AA2BB-15A4-2955-A318-783C39D26284}"/>
          </ac:spMkLst>
        </pc:spChg>
        <pc:spChg chg="mod">
          <ac:chgData name="Ofir Kabiri" userId="0cce55a5-9953-4b04-98ed-30e068d7c696" providerId="ADAL" clId="{B0F0180A-C743-4169-B2F5-17FCDE966BF3}" dt="2025-12-17T17:29:12.661" v="853"/>
          <ac:spMkLst>
            <pc:docMk/>
            <pc:sldMk cId="2041786563" sldId="266"/>
            <ac:spMk id="55" creationId="{C6285BC1-DDF0-26C6-04D3-8FD1C754918B}"/>
          </ac:spMkLst>
        </pc:spChg>
        <pc:spChg chg="mod">
          <ac:chgData name="Ofir Kabiri" userId="0cce55a5-9953-4b04-98ed-30e068d7c696" providerId="ADAL" clId="{B0F0180A-C743-4169-B2F5-17FCDE966BF3}" dt="2025-12-17T17:29:12.661" v="853"/>
          <ac:spMkLst>
            <pc:docMk/>
            <pc:sldMk cId="2041786563" sldId="266"/>
            <ac:spMk id="57" creationId="{CCC12641-809D-298D-0A02-01B3B082B667}"/>
          </ac:spMkLst>
        </pc:spChg>
        <pc:spChg chg="del mod">
          <ac:chgData name="Ofir Kabiri" userId="0cce55a5-9953-4b04-98ed-30e068d7c696" providerId="ADAL" clId="{B0F0180A-C743-4169-B2F5-17FCDE966BF3}" dt="2025-12-17T17:30:03.169" v="867" actId="478"/>
          <ac:spMkLst>
            <pc:docMk/>
            <pc:sldMk cId="2041786563" sldId="266"/>
            <ac:spMk id="63" creationId="{C7D1E0EA-6444-46F2-0C83-F6A74516B032}"/>
          </ac:spMkLst>
        </pc:spChg>
        <pc:spChg chg="mod">
          <ac:chgData name="Ofir Kabiri" userId="0cce55a5-9953-4b04-98ed-30e068d7c696" providerId="ADAL" clId="{B0F0180A-C743-4169-B2F5-17FCDE966BF3}" dt="2025-12-17T17:30:51.908" v="871" actId="6549"/>
          <ac:spMkLst>
            <pc:docMk/>
            <pc:sldMk cId="2041786563" sldId="266"/>
            <ac:spMk id="65" creationId="{758CE623-964F-BB86-1D2F-104ADC3A00BD}"/>
          </ac:spMkLst>
        </pc:spChg>
        <pc:spChg chg="mod">
          <ac:chgData name="Ofir Kabiri" userId="0cce55a5-9953-4b04-98ed-30e068d7c696" providerId="ADAL" clId="{B0F0180A-C743-4169-B2F5-17FCDE966BF3}" dt="2025-12-17T17:31:50.412" v="919" actId="1038"/>
          <ac:spMkLst>
            <pc:docMk/>
            <pc:sldMk cId="2041786563" sldId="266"/>
            <ac:spMk id="67" creationId="{3C67A0F7-7730-D73D-6014-0FBF49C67031}"/>
          </ac:spMkLst>
        </pc:spChg>
        <pc:spChg chg="mod">
          <ac:chgData name="Ofir Kabiri" userId="0cce55a5-9953-4b04-98ed-30e068d7c696" providerId="ADAL" clId="{B0F0180A-C743-4169-B2F5-17FCDE966BF3}" dt="2025-12-17T17:29:12.661" v="853"/>
          <ac:spMkLst>
            <pc:docMk/>
            <pc:sldMk cId="2041786563" sldId="266"/>
            <ac:spMk id="69" creationId="{AFC6926E-D59C-0F96-BDC5-0BFEBEC8C2EE}"/>
          </ac:spMkLst>
        </pc:spChg>
        <pc:spChg chg="mod">
          <ac:chgData name="Ofir Kabiri" userId="0cce55a5-9953-4b04-98ed-30e068d7c696" providerId="ADAL" clId="{B0F0180A-C743-4169-B2F5-17FCDE966BF3}" dt="2025-12-17T17:29:12.661" v="853"/>
          <ac:spMkLst>
            <pc:docMk/>
            <pc:sldMk cId="2041786563" sldId="266"/>
            <ac:spMk id="71" creationId="{DB7D9BF9-6041-47A9-B8DB-38676F71CC20}"/>
          </ac:spMkLst>
        </pc:spChg>
        <pc:spChg chg="mod">
          <ac:chgData name="Ofir Kabiri" userId="0cce55a5-9953-4b04-98ed-30e068d7c696" providerId="ADAL" clId="{B0F0180A-C743-4169-B2F5-17FCDE966BF3}" dt="2025-12-17T17:29:12.661" v="853"/>
          <ac:spMkLst>
            <pc:docMk/>
            <pc:sldMk cId="2041786563" sldId="266"/>
            <ac:spMk id="86" creationId="{60774270-64C7-05FB-1711-366DC5988449}"/>
          </ac:spMkLst>
        </pc:spChg>
        <pc:spChg chg="mod">
          <ac:chgData name="Ofir Kabiri" userId="0cce55a5-9953-4b04-98ed-30e068d7c696" providerId="ADAL" clId="{B0F0180A-C743-4169-B2F5-17FCDE966BF3}" dt="2025-12-17T17:29:12.661" v="853"/>
          <ac:spMkLst>
            <pc:docMk/>
            <pc:sldMk cId="2041786563" sldId="266"/>
            <ac:spMk id="87" creationId="{4091E61E-40A5-F4AA-8087-C07796CC96FC}"/>
          </ac:spMkLst>
        </pc:spChg>
        <pc:spChg chg="add mod">
          <ac:chgData name="Ofir Kabiri" userId="0cce55a5-9953-4b04-98ed-30e068d7c696" providerId="ADAL" clId="{B0F0180A-C743-4169-B2F5-17FCDE966BF3}" dt="2025-12-17T17:31:56.440" v="922" actId="20577"/>
          <ac:spMkLst>
            <pc:docMk/>
            <pc:sldMk cId="2041786563" sldId="266"/>
            <ac:spMk id="104" creationId="{34EFC81C-254E-8A8D-BE1D-B1D8736F3B83}"/>
          </ac:spMkLst>
        </pc:spChg>
        <pc:grpChg chg="del">
          <ac:chgData name="Ofir Kabiri" userId="0cce55a5-9953-4b04-98ed-30e068d7c696" providerId="ADAL" clId="{B0F0180A-C743-4169-B2F5-17FCDE966BF3}" dt="2025-12-17T17:29:07.154" v="852" actId="478"/>
          <ac:grpSpMkLst>
            <pc:docMk/>
            <pc:sldMk cId="2041786563" sldId="266"/>
            <ac:grpSpMk id="3" creationId="{13A12210-FA40-FA20-2CFE-F037159E110D}"/>
          </ac:grpSpMkLst>
        </pc:grpChg>
        <pc:grpChg chg="add del mod">
          <ac:chgData name="Ofir Kabiri" userId="0cce55a5-9953-4b04-98ed-30e068d7c696" providerId="ADAL" clId="{B0F0180A-C743-4169-B2F5-17FCDE966BF3}" dt="2025-12-17T17:31:39.556" v="904" actId="164"/>
          <ac:grpSpMkLst>
            <pc:docMk/>
            <pc:sldMk cId="2041786563" sldId="266"/>
            <ac:grpSpMk id="4" creationId="{E8C1AFFE-5AA6-DB78-CAF3-18709367FA18}"/>
          </ac:grpSpMkLst>
        </pc:grpChg>
        <pc:grpChg chg="add del topLvl">
          <ac:chgData name="Ofir Kabiri" userId="0cce55a5-9953-4b04-98ed-30e068d7c696" providerId="ADAL" clId="{B0F0180A-C743-4169-B2F5-17FCDE966BF3}" dt="2025-12-17T17:29:56.489" v="862" actId="478"/>
          <ac:grpSpMkLst>
            <pc:docMk/>
            <pc:sldMk cId="2041786563" sldId="266"/>
            <ac:grpSpMk id="6" creationId="{F62F1529-005E-B16C-BCCD-677698DC0F50}"/>
          </ac:grpSpMkLst>
        </pc:grpChg>
        <pc:grpChg chg="topLvl">
          <ac:chgData name="Ofir Kabiri" userId="0cce55a5-9953-4b04-98ed-30e068d7c696" providerId="ADAL" clId="{B0F0180A-C743-4169-B2F5-17FCDE966BF3}" dt="2025-12-17T17:29:42.766" v="855" actId="478"/>
          <ac:grpSpMkLst>
            <pc:docMk/>
            <pc:sldMk cId="2041786563" sldId="266"/>
            <ac:grpSpMk id="9" creationId="{DBBE3152-49C9-10C2-3A33-2645780985C2}"/>
          </ac:grpSpMkLst>
        </pc:grpChg>
        <pc:grpChg chg="del">
          <ac:chgData name="Ofir Kabiri" userId="0cce55a5-9953-4b04-98ed-30e068d7c696" providerId="ADAL" clId="{B0F0180A-C743-4169-B2F5-17FCDE966BF3}" dt="2025-12-17T17:30:03.169" v="867" actId="478"/>
          <ac:grpSpMkLst>
            <pc:docMk/>
            <pc:sldMk cId="2041786563" sldId="266"/>
            <ac:grpSpMk id="60" creationId="{570FE0DC-593B-8CD0-CF7D-6D75CE1AB791}"/>
          </ac:grpSpMkLst>
        </pc:grpChg>
        <pc:grpChg chg="add mod">
          <ac:chgData name="Ofir Kabiri" userId="0cce55a5-9953-4b04-98ed-30e068d7c696" providerId="ADAL" clId="{B0F0180A-C743-4169-B2F5-17FCDE966BF3}" dt="2025-12-17T17:31:39.556" v="904" actId="164"/>
          <ac:grpSpMkLst>
            <pc:docMk/>
            <pc:sldMk cId="2041786563" sldId="266"/>
            <ac:grpSpMk id="103" creationId="{7A64B173-DA97-B914-6487-70D21E312E96}"/>
          </ac:grpSpMkLst>
        </pc:grp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27" creationId="{EB566495-73FA-9532-D807-0B070B43A603}"/>
          </ac:cxnSpMkLst>
        </pc:cxn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28" creationId="{E9C3A90A-D07A-8085-54D2-B92798799080}"/>
          </ac:cxnSpMkLst>
        </pc:cxn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29" creationId="{69F1CED4-4F66-B02B-40B6-B36B822E9AAD}"/>
          </ac:cxnSpMkLst>
        </pc:cxn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30" creationId="{99FB5BB5-30FC-A753-DD38-F7D82E93E203}"/>
          </ac:cxnSpMkLst>
        </pc:cxn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31" creationId="{B5C67F36-CA50-C209-F835-8ABBDF54E832}"/>
          </ac:cxnSpMkLst>
        </pc:cxn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32" creationId="{089BF838-A7D5-8D20-608F-E51EE2DCC2CA}"/>
          </ac:cxnSpMkLst>
        </pc:cxn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33" creationId="{1C1EAA8B-E089-DB9B-FF6A-7061F94FDEA6}"/>
          </ac:cxnSpMkLst>
        </pc:cxn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34" creationId="{94B82808-7FBC-B4D6-DACA-0C06D653A1C1}"/>
          </ac:cxnSpMkLst>
        </pc:cxnChg>
        <pc:cxnChg chg="mod">
          <ac:chgData name="Ofir Kabiri" userId="0cce55a5-9953-4b04-98ed-30e068d7c696" providerId="ADAL" clId="{B0F0180A-C743-4169-B2F5-17FCDE966BF3}" dt="2025-12-17T17:29:07.154" v="852" actId="478"/>
          <ac:cxnSpMkLst>
            <pc:docMk/>
            <pc:sldMk cId="2041786563" sldId="266"/>
            <ac:cxnSpMk id="35" creationId="{09BF6701-13C5-B821-97A0-CF55AA153912}"/>
          </ac:cxnSpMkLst>
        </pc:cxnChg>
        <pc:cxnChg chg="add del mod topLvl">
          <ac:chgData name="Ofir Kabiri" userId="0cce55a5-9953-4b04-98ed-30e068d7c696" providerId="ADAL" clId="{B0F0180A-C743-4169-B2F5-17FCDE966BF3}" dt="2025-12-17T17:30:10.768" v="870" actId="14100"/>
          <ac:cxnSpMkLst>
            <pc:docMk/>
            <pc:sldMk cId="2041786563" sldId="266"/>
            <ac:cxnSpMk id="43" creationId="{73A54062-7330-B94F-911B-E8E3A117151E}"/>
          </ac:cxnSpMkLst>
        </pc:cxnChg>
        <pc:cxnChg chg="mod">
          <ac:chgData name="Ofir Kabiri" userId="0cce55a5-9953-4b04-98ed-30e068d7c696" providerId="ADAL" clId="{B0F0180A-C743-4169-B2F5-17FCDE966BF3}" dt="2025-12-17T17:31:47.001" v="910" actId="1037"/>
          <ac:cxnSpMkLst>
            <pc:docMk/>
            <pc:sldMk cId="2041786563" sldId="266"/>
            <ac:cxnSpMk id="77" creationId="{128152F9-116A-D48D-0612-D504155AC316}"/>
          </ac:cxnSpMkLst>
        </pc:cxnChg>
        <pc:cxnChg chg="mod">
          <ac:chgData name="Ofir Kabiri" userId="0cce55a5-9953-4b04-98ed-30e068d7c696" providerId="ADAL" clId="{B0F0180A-C743-4169-B2F5-17FCDE966BF3}" dt="2025-12-17T17:30:59.956" v="874" actId="14100"/>
          <ac:cxnSpMkLst>
            <pc:docMk/>
            <pc:sldMk cId="2041786563" sldId="266"/>
            <ac:cxnSpMk id="80" creationId="{486A705C-8BCB-3A10-BF65-F31966BADC59}"/>
          </ac:cxnSpMkLst>
        </pc:cxnChg>
        <pc:cxnChg chg="del mod">
          <ac:chgData name="Ofir Kabiri" userId="0cce55a5-9953-4b04-98ed-30e068d7c696" providerId="ADAL" clId="{B0F0180A-C743-4169-B2F5-17FCDE966BF3}" dt="2025-12-17T17:30:04.752" v="868" actId="478"/>
          <ac:cxnSpMkLst>
            <pc:docMk/>
            <pc:sldMk cId="2041786563" sldId="266"/>
            <ac:cxnSpMk id="82" creationId="{D874F9C8-EED5-8A8B-7DC2-740602B219AC}"/>
          </ac:cxnSpMkLst>
        </pc:cxnChg>
        <pc:cxnChg chg="add mod">
          <ac:chgData name="Ofir Kabiri" userId="0cce55a5-9953-4b04-98ed-30e068d7c696" providerId="ADAL" clId="{B0F0180A-C743-4169-B2F5-17FCDE966BF3}" dt="2025-12-17T17:31:39.556" v="904" actId="164"/>
          <ac:cxnSpMkLst>
            <pc:docMk/>
            <pc:sldMk cId="2041786563" sldId="266"/>
            <ac:cxnSpMk id="98" creationId="{41E82F10-EB29-DB99-FD45-9253711B1DA8}"/>
          </ac:cxnSpMkLst>
        </pc:cxnChg>
      </pc:sldChg>
      <pc:sldChg chg="modSp add mod">
        <pc:chgData name="Ofir Kabiri" userId="0cce55a5-9953-4b04-98ed-30e068d7c696" providerId="ADAL" clId="{B0F0180A-C743-4169-B2F5-17FCDE966BF3}" dt="2025-12-17T17:34:44.502" v="943" actId="13822"/>
        <pc:sldMkLst>
          <pc:docMk/>
          <pc:sldMk cId="4285209129" sldId="267"/>
        </pc:sldMkLst>
        <pc:spChg chg="mod">
          <ac:chgData name="Ofir Kabiri" userId="0cce55a5-9953-4b04-98ed-30e068d7c696" providerId="ADAL" clId="{B0F0180A-C743-4169-B2F5-17FCDE966BF3}" dt="2025-12-17T17:34:01.720" v="936" actId="20577"/>
          <ac:spMkLst>
            <pc:docMk/>
            <pc:sldMk cId="4285209129" sldId="267"/>
            <ac:spMk id="2" creationId="{8D24CF70-084D-9DC1-D0B0-287991692CA9}"/>
          </ac:spMkLst>
        </pc:spChg>
        <pc:spChg chg="mod">
          <ac:chgData name="Ofir Kabiri" userId="0cce55a5-9953-4b04-98ed-30e068d7c696" providerId="ADAL" clId="{B0F0180A-C743-4169-B2F5-17FCDE966BF3}" dt="2025-12-17T17:34:08.909" v="937" actId="13822"/>
          <ac:spMkLst>
            <pc:docMk/>
            <pc:sldMk cId="4285209129" sldId="267"/>
            <ac:spMk id="84" creationId="{889D106A-1203-CA6D-E663-1A7E6D6ECCF8}"/>
          </ac:spMkLst>
        </pc:spChg>
        <pc:spChg chg="mod">
          <ac:chgData name="Ofir Kabiri" userId="0cce55a5-9953-4b04-98ed-30e068d7c696" providerId="ADAL" clId="{B0F0180A-C743-4169-B2F5-17FCDE966BF3}" dt="2025-12-17T17:34:33.107" v="939" actId="13822"/>
          <ac:spMkLst>
            <pc:docMk/>
            <pc:sldMk cId="4285209129" sldId="267"/>
            <ac:spMk id="85" creationId="{C8AD17BB-5026-57B7-03A9-37A3818D01F9}"/>
          </ac:spMkLst>
        </pc:spChg>
        <pc:spChg chg="mod">
          <ac:chgData name="Ofir Kabiri" userId="0cce55a5-9953-4b04-98ed-30e068d7c696" providerId="ADAL" clId="{B0F0180A-C743-4169-B2F5-17FCDE966BF3}" dt="2025-12-17T17:34:30.221" v="938" actId="13822"/>
          <ac:spMkLst>
            <pc:docMk/>
            <pc:sldMk cId="4285209129" sldId="267"/>
            <ac:spMk id="86" creationId="{E3910E14-1128-C31C-9308-5D71A076D0E8}"/>
          </ac:spMkLst>
        </pc:spChg>
        <pc:spChg chg="mod">
          <ac:chgData name="Ofir Kabiri" userId="0cce55a5-9953-4b04-98ed-30e068d7c696" providerId="ADAL" clId="{B0F0180A-C743-4169-B2F5-17FCDE966BF3}" dt="2025-12-17T17:34:35.995" v="940" actId="13822"/>
          <ac:spMkLst>
            <pc:docMk/>
            <pc:sldMk cId="4285209129" sldId="267"/>
            <ac:spMk id="87" creationId="{179683AD-F967-8A7C-C7D8-3910AA231CF2}"/>
          </ac:spMkLst>
        </pc:spChg>
        <pc:spChg chg="mod">
          <ac:chgData name="Ofir Kabiri" userId="0cce55a5-9953-4b04-98ed-30e068d7c696" providerId="ADAL" clId="{B0F0180A-C743-4169-B2F5-17FCDE966BF3}" dt="2025-12-17T17:34:38.512" v="941" actId="13822"/>
          <ac:spMkLst>
            <pc:docMk/>
            <pc:sldMk cId="4285209129" sldId="267"/>
            <ac:spMk id="88" creationId="{D8016EC2-2815-E1E8-CE44-1AC5B9476D57}"/>
          </ac:spMkLst>
        </pc:spChg>
        <pc:spChg chg="mod">
          <ac:chgData name="Ofir Kabiri" userId="0cce55a5-9953-4b04-98ed-30e068d7c696" providerId="ADAL" clId="{B0F0180A-C743-4169-B2F5-17FCDE966BF3}" dt="2025-12-17T17:34:41.093" v="942" actId="13822"/>
          <ac:spMkLst>
            <pc:docMk/>
            <pc:sldMk cId="4285209129" sldId="267"/>
            <ac:spMk id="89" creationId="{11FBDCE5-53FE-FE2F-40F1-38EC4996066D}"/>
          </ac:spMkLst>
        </pc:spChg>
        <pc:spChg chg="mod">
          <ac:chgData name="Ofir Kabiri" userId="0cce55a5-9953-4b04-98ed-30e068d7c696" providerId="ADAL" clId="{B0F0180A-C743-4169-B2F5-17FCDE966BF3}" dt="2025-12-17T17:34:44.502" v="943" actId="13822"/>
          <ac:spMkLst>
            <pc:docMk/>
            <pc:sldMk cId="4285209129" sldId="267"/>
            <ac:spMk id="90" creationId="{75C7705C-A04C-414D-BF1A-A3F9A7795426}"/>
          </ac:spMkLst>
        </pc:spChg>
      </pc:sldChg>
      <pc:sldChg chg="addSp delSp modSp add mod">
        <pc:chgData name="Ofir Kabiri" userId="0cce55a5-9953-4b04-98ed-30e068d7c696" providerId="ADAL" clId="{B0F0180A-C743-4169-B2F5-17FCDE966BF3}" dt="2025-12-17T17:38:58.931" v="1096" actId="1076"/>
        <pc:sldMkLst>
          <pc:docMk/>
          <pc:sldMk cId="2617573063" sldId="268"/>
        </pc:sldMkLst>
        <pc:spChg chg="mod">
          <ac:chgData name="Ofir Kabiri" userId="0cce55a5-9953-4b04-98ed-30e068d7c696" providerId="ADAL" clId="{B0F0180A-C743-4169-B2F5-17FCDE966BF3}" dt="2025-12-17T17:36:07.016" v="982" actId="20577"/>
          <ac:spMkLst>
            <pc:docMk/>
            <pc:sldMk cId="2617573063" sldId="268"/>
            <ac:spMk id="2" creationId="{512257C2-48C8-E939-FA1F-5D24200E47BE}"/>
          </ac:spMkLst>
        </pc:spChg>
        <pc:spChg chg="mod">
          <ac:chgData name="Ofir Kabiri" userId="0cce55a5-9953-4b04-98ed-30e068d7c696" providerId="ADAL" clId="{B0F0180A-C743-4169-B2F5-17FCDE966BF3}" dt="2025-12-17T17:37:46.747" v="1036" actId="1076"/>
          <ac:spMkLst>
            <pc:docMk/>
            <pc:sldMk cId="2617573063" sldId="268"/>
            <ac:spMk id="11" creationId="{ACBB8B77-1577-7810-B708-6681D26FF25B}"/>
          </ac:spMkLst>
        </pc:spChg>
        <pc:spChg chg="mod">
          <ac:chgData name="Ofir Kabiri" userId="0cce55a5-9953-4b04-98ed-30e068d7c696" providerId="ADAL" clId="{B0F0180A-C743-4169-B2F5-17FCDE966BF3}" dt="2025-12-17T17:38:58.931" v="1096" actId="1076"/>
          <ac:spMkLst>
            <pc:docMk/>
            <pc:sldMk cId="2617573063" sldId="268"/>
            <ac:spMk id="15" creationId="{0EE676F5-E92A-A4A0-408C-4C0C19FB21F5}"/>
          </ac:spMkLst>
        </pc:spChg>
        <pc:spChg chg="mod">
          <ac:chgData name="Ofir Kabiri" userId="0cce55a5-9953-4b04-98ed-30e068d7c696" providerId="ADAL" clId="{B0F0180A-C743-4169-B2F5-17FCDE966BF3}" dt="2025-12-17T17:37:57.368" v="1045" actId="1076"/>
          <ac:spMkLst>
            <pc:docMk/>
            <pc:sldMk cId="2617573063" sldId="268"/>
            <ac:spMk id="19" creationId="{9F9A2394-5EE7-0F70-2431-238A79E4C704}"/>
          </ac:spMkLst>
        </pc:spChg>
        <pc:spChg chg="mod">
          <ac:chgData name="Ofir Kabiri" userId="0cce55a5-9953-4b04-98ed-30e068d7c696" providerId="ADAL" clId="{B0F0180A-C743-4169-B2F5-17FCDE966BF3}" dt="2025-12-17T17:38:44.291" v="1085" actId="1076"/>
          <ac:spMkLst>
            <pc:docMk/>
            <pc:sldMk cId="2617573063" sldId="268"/>
            <ac:spMk id="25" creationId="{683EAFA9-EA91-3290-FB27-0FFC849643CF}"/>
          </ac:spMkLst>
        </pc:spChg>
        <pc:spChg chg="mod">
          <ac:chgData name="Ofir Kabiri" userId="0cce55a5-9953-4b04-98ed-30e068d7c696" providerId="ADAL" clId="{B0F0180A-C743-4169-B2F5-17FCDE966BF3}" dt="2025-12-17T17:38:07.753" v="1053" actId="1076"/>
          <ac:spMkLst>
            <pc:docMk/>
            <pc:sldMk cId="2617573063" sldId="268"/>
            <ac:spMk id="27" creationId="{0F9BE329-B293-8B80-7C85-215CD06D3750}"/>
          </ac:spMkLst>
        </pc:spChg>
        <pc:spChg chg="mod">
          <ac:chgData name="Ofir Kabiri" userId="0cce55a5-9953-4b04-98ed-30e068d7c696" providerId="ADAL" clId="{B0F0180A-C743-4169-B2F5-17FCDE966BF3}" dt="2025-12-17T17:38:15.941" v="1061" actId="1076"/>
          <ac:spMkLst>
            <pc:docMk/>
            <pc:sldMk cId="2617573063" sldId="268"/>
            <ac:spMk id="29" creationId="{052981CA-EE4C-B6F6-4A67-0FA020C79039}"/>
          </ac:spMkLst>
        </pc:spChg>
        <pc:spChg chg="mod">
          <ac:chgData name="Ofir Kabiri" userId="0cce55a5-9953-4b04-98ed-30e068d7c696" providerId="ADAL" clId="{B0F0180A-C743-4169-B2F5-17FCDE966BF3}" dt="2025-12-17T17:38:34.072" v="1077" actId="1076"/>
          <ac:spMkLst>
            <pc:docMk/>
            <pc:sldMk cId="2617573063" sldId="268"/>
            <ac:spMk id="31" creationId="{A07D1E4E-9D55-ACB3-320B-B0B712570D51}"/>
          </ac:spMkLst>
        </pc:spChg>
        <pc:spChg chg="mod">
          <ac:chgData name="Ofir Kabiri" userId="0cce55a5-9953-4b04-98ed-30e068d7c696" providerId="ADAL" clId="{B0F0180A-C743-4169-B2F5-17FCDE966BF3}" dt="2025-12-17T17:37:35.240" v="1027" actId="1076"/>
          <ac:spMkLst>
            <pc:docMk/>
            <pc:sldMk cId="2617573063" sldId="268"/>
            <ac:spMk id="33" creationId="{DFA302FB-A837-78D8-A31C-45E867FF6EBB}"/>
          </ac:spMkLst>
        </pc:spChg>
        <pc:spChg chg="mod">
          <ac:chgData name="Ofir Kabiri" userId="0cce55a5-9953-4b04-98ed-30e068d7c696" providerId="ADAL" clId="{B0F0180A-C743-4169-B2F5-17FCDE966BF3}" dt="2025-12-17T17:37:16.235" v="1011" actId="1076"/>
          <ac:spMkLst>
            <pc:docMk/>
            <pc:sldMk cId="2617573063" sldId="268"/>
            <ac:spMk id="35" creationId="{357ADCDA-E4A3-E76D-19AB-246E40C4058C}"/>
          </ac:spMkLst>
        </pc:spChg>
        <pc:spChg chg="mod">
          <ac:chgData name="Ofir Kabiri" userId="0cce55a5-9953-4b04-98ed-30e068d7c696" providerId="ADAL" clId="{B0F0180A-C743-4169-B2F5-17FCDE966BF3}" dt="2025-12-17T17:37:06.646" v="1003" actId="1076"/>
          <ac:spMkLst>
            <pc:docMk/>
            <pc:sldMk cId="2617573063" sldId="268"/>
            <ac:spMk id="37" creationId="{1C954022-18AD-C6E6-904D-53A7CC8DF5F8}"/>
          </ac:spMkLst>
        </pc:spChg>
        <pc:spChg chg="mod">
          <ac:chgData name="Ofir Kabiri" userId="0cce55a5-9953-4b04-98ed-30e068d7c696" providerId="ADAL" clId="{B0F0180A-C743-4169-B2F5-17FCDE966BF3}" dt="2025-12-17T17:38:53.225" v="1095" actId="1076"/>
          <ac:spMkLst>
            <pc:docMk/>
            <pc:sldMk cId="2617573063" sldId="268"/>
            <ac:spMk id="39" creationId="{80116CAC-2513-33F2-447A-A60DA42CF5C8}"/>
          </ac:spMkLst>
        </pc:spChg>
        <pc:spChg chg="mod">
          <ac:chgData name="Ofir Kabiri" userId="0cce55a5-9953-4b04-98ed-30e068d7c696" providerId="ADAL" clId="{B0F0180A-C743-4169-B2F5-17FCDE966BF3}" dt="2025-12-17T17:36:56.396" v="995" actId="1076"/>
          <ac:spMkLst>
            <pc:docMk/>
            <pc:sldMk cId="2617573063" sldId="268"/>
            <ac:spMk id="41" creationId="{194E5C68-D173-44F9-CF32-A0D1984C8035}"/>
          </ac:spMkLst>
        </pc:spChg>
        <pc:spChg chg="mod">
          <ac:chgData name="Ofir Kabiri" userId="0cce55a5-9953-4b04-98ed-30e068d7c696" providerId="ADAL" clId="{B0F0180A-C743-4169-B2F5-17FCDE966BF3}" dt="2025-12-17T17:36:28.989" v="984"/>
          <ac:spMkLst>
            <pc:docMk/>
            <pc:sldMk cId="2617573063" sldId="268"/>
            <ac:spMk id="96" creationId="{088A869D-3794-0FD0-D45E-5D2E08616774}"/>
          </ac:spMkLst>
        </pc:spChg>
        <pc:spChg chg="mod">
          <ac:chgData name="Ofir Kabiri" userId="0cce55a5-9953-4b04-98ed-30e068d7c696" providerId="ADAL" clId="{B0F0180A-C743-4169-B2F5-17FCDE966BF3}" dt="2025-12-17T17:36:28.989" v="984"/>
          <ac:spMkLst>
            <pc:docMk/>
            <pc:sldMk cId="2617573063" sldId="268"/>
            <ac:spMk id="101" creationId="{8BF04331-E53C-6CEA-5861-90E33B88B9CB}"/>
          </ac:spMkLst>
        </pc:spChg>
        <pc:spChg chg="mod">
          <ac:chgData name="Ofir Kabiri" userId="0cce55a5-9953-4b04-98ed-30e068d7c696" providerId="ADAL" clId="{B0F0180A-C743-4169-B2F5-17FCDE966BF3}" dt="2025-12-17T17:36:28.989" v="984"/>
          <ac:spMkLst>
            <pc:docMk/>
            <pc:sldMk cId="2617573063" sldId="268"/>
            <ac:spMk id="102" creationId="{2AE0EF45-B3E9-6C71-FC38-554FB3184BE0}"/>
          </ac:spMkLst>
        </pc:spChg>
        <pc:spChg chg="mod">
          <ac:chgData name="Ofir Kabiri" userId="0cce55a5-9953-4b04-98ed-30e068d7c696" providerId="ADAL" clId="{B0F0180A-C743-4169-B2F5-17FCDE966BF3}" dt="2025-12-17T17:37:25.660" v="1019" actId="1076"/>
          <ac:spMkLst>
            <pc:docMk/>
            <pc:sldMk cId="2617573063" sldId="268"/>
            <ac:spMk id="104" creationId="{ABDCDB67-ECA2-54D9-4EC2-FC63122CCC11}"/>
          </ac:spMkLst>
        </pc:spChg>
        <pc:grpChg chg="del">
          <ac:chgData name="Ofir Kabiri" userId="0cce55a5-9953-4b04-98ed-30e068d7c696" providerId="ADAL" clId="{B0F0180A-C743-4169-B2F5-17FCDE966BF3}" dt="2025-12-17T17:36:28.526" v="983" actId="478"/>
          <ac:grpSpMkLst>
            <pc:docMk/>
            <pc:sldMk cId="2617573063" sldId="268"/>
            <ac:grpSpMk id="103" creationId="{A607EBA9-BE70-E9BF-8172-9FA7668BADBE}"/>
          </ac:grpSpMkLst>
        </pc:grpChg>
        <pc:cxnChg chg="mod">
          <ac:chgData name="Ofir Kabiri" userId="0cce55a5-9953-4b04-98ed-30e068d7c696" providerId="ADAL" clId="{B0F0180A-C743-4169-B2F5-17FCDE966BF3}" dt="2025-12-17T17:36:28.526" v="983" actId="478"/>
          <ac:cxnSpMkLst>
            <pc:docMk/>
            <pc:sldMk cId="2617573063" sldId="268"/>
            <ac:cxnSpMk id="43" creationId="{FDE6AA2D-041F-1D8F-D97C-90FD6227E80E}"/>
          </ac:cxnSpMkLst>
        </pc:cxnChg>
        <pc:cxnChg chg="mod">
          <ac:chgData name="Ofir Kabiri" userId="0cce55a5-9953-4b04-98ed-30e068d7c696" providerId="ADAL" clId="{B0F0180A-C743-4169-B2F5-17FCDE966BF3}" dt="2025-12-17T17:36:28.526" v="983" actId="478"/>
          <ac:cxnSpMkLst>
            <pc:docMk/>
            <pc:sldMk cId="2617573063" sldId="268"/>
            <ac:cxnSpMk id="51" creationId="{BC72F227-0A5C-C539-2A1C-94733908CC98}"/>
          </ac:cxnSpMkLst>
        </pc:cxnChg>
        <pc:cxnChg chg="mod">
          <ac:chgData name="Ofir Kabiri" userId="0cce55a5-9953-4b04-98ed-30e068d7c696" providerId="ADAL" clId="{B0F0180A-C743-4169-B2F5-17FCDE966BF3}" dt="2025-12-17T17:36:28.526" v="983" actId="478"/>
          <ac:cxnSpMkLst>
            <pc:docMk/>
            <pc:sldMk cId="2617573063" sldId="268"/>
            <ac:cxnSpMk id="75" creationId="{E6B8466A-D245-7B6C-8C82-EE12D282234F}"/>
          </ac:cxnSpMkLst>
        </pc:cxnChg>
        <pc:cxnChg chg="mod">
          <ac:chgData name="Ofir Kabiri" userId="0cce55a5-9953-4b04-98ed-30e068d7c696" providerId="ADAL" clId="{B0F0180A-C743-4169-B2F5-17FCDE966BF3}" dt="2025-12-17T17:36:28.526" v="983" actId="478"/>
          <ac:cxnSpMkLst>
            <pc:docMk/>
            <pc:sldMk cId="2617573063" sldId="268"/>
            <ac:cxnSpMk id="76" creationId="{AC2F10B4-14AE-5558-282D-1F590EA1F069}"/>
          </ac:cxnSpMkLst>
        </pc:cxnChg>
        <pc:cxnChg chg="mod">
          <ac:chgData name="Ofir Kabiri" userId="0cce55a5-9953-4b04-98ed-30e068d7c696" providerId="ADAL" clId="{B0F0180A-C743-4169-B2F5-17FCDE966BF3}" dt="2025-12-17T17:36:28.526" v="983" actId="478"/>
          <ac:cxnSpMkLst>
            <pc:docMk/>
            <pc:sldMk cId="2617573063" sldId="268"/>
            <ac:cxnSpMk id="80" creationId="{F527BFF4-99A3-3932-73B5-DEFB82EEB864}"/>
          </ac:cxnSpMkLst>
        </pc:cxnChg>
        <pc:cxnChg chg="mod">
          <ac:chgData name="Ofir Kabiri" userId="0cce55a5-9953-4b04-98ed-30e068d7c696" providerId="ADAL" clId="{B0F0180A-C743-4169-B2F5-17FCDE966BF3}" dt="2025-12-17T17:36:28.526" v="983" actId="478"/>
          <ac:cxnSpMkLst>
            <pc:docMk/>
            <pc:sldMk cId="2617573063" sldId="268"/>
            <ac:cxnSpMk id="81" creationId="{18004460-A2AA-8EDB-6B91-ACA8EEF348A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365F-4C06-6573-15A1-0D7A60996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ED5CB-B0D0-833A-8EC1-9FD4D657C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6503C-11F4-9096-A97E-B111BC13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BBEE0-B7F8-6344-BDE6-D6B8F291C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1585D-F116-587F-8350-B163F3B5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8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3214C-3406-AFF4-F4DD-D12F1CD12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EB4B-4408-9D5E-9F55-DE739FC59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2AD25-BD19-AB29-3E3F-9EACBAA01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D8DE3-BA15-022E-90E6-06B3A131E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72DDC-310F-1C3F-26C7-B13BFFC4D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18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5A1B-33D3-9E89-47E6-9AB03CDA3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2C553-92B4-3688-EF19-103FB0744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6D41-C8D9-F192-AD84-BB94A98A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7F12D-6F45-0D8B-F000-0DA949480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79DA5-80B3-5005-600D-A5C448FC4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64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4F172-B2C8-400F-0C7B-D5BAAFECC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0EC9-DFBA-3135-70E2-C84174FE9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FFE26-9F1A-175D-C71D-3C0D29D38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BCE94-0367-4F74-3048-B87D3C9DB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BB758-A123-0B0E-C4C0-F7B6E6E1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6AF7E-86C7-B0FA-6A50-A9A2028C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66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7CE87-B625-1082-BA4B-BCA1EB7C4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AE891-61E9-C5E8-242C-36E530607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C24254-8842-EEFB-1E66-9FFF855F93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E0770-7C5A-F7C6-36D1-BB159CE187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62A718-2F0A-47DD-21D5-F59BFE515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D54830-B257-E240-05E8-937FB3679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AC342-0191-F60B-14E1-585429FF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BD59B1-B29A-315E-1F54-DBC0BB4D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355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2024-0324-0B1A-E0FA-082FE7CA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CAF54-6D62-E311-2145-BCC306DA1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824EB-B509-CCC9-D4A0-2FF7B00B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3C842-63E6-33AB-2B2B-049D0811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71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18326F-9C5F-9A42-3955-2C3EC1D34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589A1-62BB-5A37-1A21-DC53F7EBF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7EF6B-307B-6B8F-CB22-EE84311A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8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B583B-F61C-DEB0-C280-140857EC8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89D4-06EA-783C-11D3-DF54A42EF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C8B6B-F200-4CAB-E671-7DF21E43F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EA003-E5BE-EBCF-C438-BFCD205EA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1C442-B115-1A07-9834-82D58936B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10623-214E-45E1-50A1-05FEB650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0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35168-E0A1-6B53-C0C7-89595A5B8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EA7B5A-9793-73DA-848C-22C90DBF4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02BA20-B5DD-6093-6175-2FCDECB1C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6ED03-7989-A914-B29E-862584C5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F0CCC-4D07-7EF0-6A0D-1C32B4F5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FC9B0-E4B8-5078-7AB3-672789D1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36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A2E4A-5D3C-3ABE-2E23-D50359EF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1270D-C8D3-771E-B733-248A6E7B1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7C736-4574-DDC9-CF26-D17A6F17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2A65D-A1B5-862E-86BC-1FF9B96E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E3BC5-A1E9-63FB-903D-DCDACE769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35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87D274-8B2D-6187-5601-F07B74486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84EFD-9C10-9683-C730-98E73D96B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CBC13-9AEC-993C-E092-BCC41DE3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8217E-0A4C-7075-5933-59BD92F7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5C8BE-EAD5-E4BF-B229-23195C66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5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DF8BA-1779-6CEF-D368-A88059DB3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850CE-3450-0F2F-5901-20A0EC26D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85A39-8D49-A437-A4E5-D60B082D0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3278C-EF75-4E5F-9045-CEDFDFB0CD17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A632E-4187-AEF2-0B85-7F45D74B9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D0F2D-C1B8-5A33-A916-D7F2206BE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C90FF-CB31-4BBB-A454-5E42F9D07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F9BB0D6-5239-3AED-EFC1-4EB6CCA2EF4E}"/>
              </a:ext>
            </a:extLst>
          </p:cNvPr>
          <p:cNvGrpSpPr/>
          <p:nvPr/>
        </p:nvGrpSpPr>
        <p:grpSpPr>
          <a:xfrm>
            <a:off x="873760" y="1747520"/>
            <a:ext cx="8392160" cy="4180840"/>
            <a:chOff x="741680" y="685800"/>
            <a:chExt cx="9763760" cy="484632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36DF8D4-DAE9-AF3E-47B3-488812F83CB3}"/>
                </a:ext>
              </a:extLst>
            </p:cNvPr>
            <p:cNvGrpSpPr/>
            <p:nvPr/>
          </p:nvGrpSpPr>
          <p:grpSpPr>
            <a:xfrm>
              <a:off x="741680" y="685800"/>
              <a:ext cx="9763760" cy="4846320"/>
              <a:chOff x="741680" y="685800"/>
              <a:chExt cx="9763760" cy="484632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BFED54B-F9B9-32EA-B36F-1906F6465960}"/>
                  </a:ext>
                </a:extLst>
              </p:cNvPr>
              <p:cNvGrpSpPr/>
              <p:nvPr/>
            </p:nvGrpSpPr>
            <p:grpSpPr>
              <a:xfrm>
                <a:off x="741680" y="685800"/>
                <a:ext cx="9763760" cy="4846320"/>
                <a:chOff x="741680" y="685800"/>
                <a:chExt cx="9763760" cy="484632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100732BD-5A31-4ECA-9E35-E01023D9845C}"/>
                    </a:ext>
                  </a:extLst>
                </p:cNvPr>
                <p:cNvGrpSpPr/>
                <p:nvPr/>
              </p:nvGrpSpPr>
              <p:grpSpPr>
                <a:xfrm>
                  <a:off x="741680" y="685800"/>
                  <a:ext cx="9763760" cy="4846320"/>
                  <a:chOff x="741680" y="685800"/>
                  <a:chExt cx="9763760" cy="4846320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F6610AC2-A663-D5B3-4E66-1CAE1534A74A}"/>
                      </a:ext>
                    </a:extLst>
                  </p:cNvPr>
                  <p:cNvGrpSpPr/>
                  <p:nvPr/>
                </p:nvGrpSpPr>
                <p:grpSpPr>
                  <a:xfrm>
                    <a:off x="741680" y="685800"/>
                    <a:ext cx="9763760" cy="4846320"/>
                    <a:chOff x="741680" y="685800"/>
                    <a:chExt cx="9763760" cy="4846320"/>
                  </a:xfrm>
                </p:grpSpPr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0C82AFB1-CBAD-13E3-6C47-E26181BBB0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1680" y="685800"/>
                      <a:ext cx="9763760" cy="4846320"/>
                      <a:chOff x="741680" y="685800"/>
                      <a:chExt cx="9763760" cy="4846320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A5E7539E-256A-3145-DAAF-20A1307845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1680" y="685800"/>
                        <a:ext cx="9763760" cy="4846320"/>
                        <a:chOff x="741680" y="685800"/>
                        <a:chExt cx="9763760" cy="4846320"/>
                      </a:xfrm>
                    </p:grpSpPr>
                    <p:grpSp>
                      <p:nvGrpSpPr>
                        <p:cNvPr id="34" name="Group 33">
                          <a:extLst>
                            <a:ext uri="{FF2B5EF4-FFF2-40B4-BE49-F238E27FC236}">
                              <a16:creationId xmlns:a16="http://schemas.microsoft.com/office/drawing/2014/main" id="{63BF5EC3-55F6-3D07-E906-CD8A5C7DD9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1680" y="685800"/>
                          <a:ext cx="9763760" cy="4846320"/>
                          <a:chOff x="741680" y="685800"/>
                          <a:chExt cx="9763760" cy="4846320"/>
                        </a:xfrm>
                      </p:grpSpPr>
                      <p:grpSp>
                        <p:nvGrpSpPr>
                          <p:cNvPr id="32" name="Group 31">
                            <a:extLst>
                              <a:ext uri="{FF2B5EF4-FFF2-40B4-BE49-F238E27FC236}">
                                <a16:creationId xmlns:a16="http://schemas.microsoft.com/office/drawing/2014/main" id="{F469DA38-65A7-940D-2FAD-600CBBA02D4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1680" y="685800"/>
                            <a:ext cx="9763760" cy="484632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30" name="Group 29">
                              <a:extLst>
                                <a:ext uri="{FF2B5EF4-FFF2-40B4-BE49-F238E27FC236}">
                                  <a16:creationId xmlns:a16="http://schemas.microsoft.com/office/drawing/2014/main" id="{7A90768A-8232-26A5-C51C-F06EB56BAB9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11" name="Group 10">
                                <a:extLst>
                                  <a:ext uri="{FF2B5EF4-FFF2-40B4-BE49-F238E27FC236}">
                                    <a16:creationId xmlns:a16="http://schemas.microsoft.com/office/drawing/2014/main" id="{BE4B0BFC-0592-645D-CFBB-F69F18DB0B97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sp>
                              <p:nvSpPr>
                                <p:cNvPr id="4" name="Oval 3">
                                  <a:extLst>
                                    <a:ext uri="{FF2B5EF4-FFF2-40B4-BE49-F238E27FC236}">
                                      <a16:creationId xmlns:a16="http://schemas.microsoft.com/office/drawing/2014/main" id="{FE994B51-CE7F-44C8-DE24-81C732B49AA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4168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0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5" name="Oval 4">
                                  <a:extLst>
                                    <a:ext uri="{FF2B5EF4-FFF2-40B4-BE49-F238E27FC236}">
                                      <a16:creationId xmlns:a16="http://schemas.microsoft.com/office/drawing/2014/main" id="{A1D2D384-4E38-C1B5-B420-96F6171FDFC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292608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1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6" name="Oval 5">
                                  <a:extLst>
                                    <a:ext uri="{FF2B5EF4-FFF2-40B4-BE49-F238E27FC236}">
                                      <a16:creationId xmlns:a16="http://schemas.microsoft.com/office/drawing/2014/main" id="{0EC8A334-240A-9C66-3FD9-C35A2ECD7D6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68580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3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7" name="Oval 6">
                                  <a:extLst>
                                    <a:ext uri="{FF2B5EF4-FFF2-40B4-BE49-F238E27FC236}">
                                      <a16:creationId xmlns:a16="http://schemas.microsoft.com/office/drawing/2014/main" id="{BADAE079-27CE-0E20-B9E1-E9A3C36A9728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487172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2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8" name="Oval 7">
                                  <a:extLst>
                                    <a:ext uri="{FF2B5EF4-FFF2-40B4-BE49-F238E27FC236}">
                                      <a16:creationId xmlns:a16="http://schemas.microsoft.com/office/drawing/2014/main" id="{3F2BD1EC-B0B2-0AD5-2D66-6054D0E8EFB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6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9" name="Oval 8">
                                  <a:extLst>
                                    <a:ext uri="{FF2B5EF4-FFF2-40B4-BE49-F238E27FC236}">
                                      <a16:creationId xmlns:a16="http://schemas.microsoft.com/office/drawing/2014/main" id="{5CB6BD7C-F4F5-61D0-B186-E865C673F4D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802640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4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10" name="Oval 9">
                                  <a:extLst>
                                    <a:ext uri="{FF2B5EF4-FFF2-40B4-BE49-F238E27FC236}">
                                      <a16:creationId xmlns:a16="http://schemas.microsoft.com/office/drawing/2014/main" id="{181FE57D-E520-65E7-07DC-65B114AC2DF4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80440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5</a:t>
                                  </a:r>
                                  <a:endParaRPr lang="en-US" b="1" dirty="0"/>
                                </a:p>
                              </p:txBody>
                            </p:sp>
                          </p:grpSp>
                          <p:cxnSp>
                            <p:nvCxnSpPr>
                              <p:cNvPr id="13" name="Straight Arrow Connector 12">
                                <a:extLst>
                                  <a:ext uri="{FF2B5EF4-FFF2-40B4-BE49-F238E27FC236}">
                                    <a16:creationId xmlns:a16="http://schemas.microsoft.com/office/drawing/2014/main" id="{11210D97-EEE7-CB36-EBE0-C0760B5F901D}"/>
                                  </a:ext>
                                </a:extLst>
                              </p:cNvPr>
                              <p:cNvCxnSpPr>
                                <a:stCxn id="4" idx="6"/>
                                <a:endCxn id="5" idx="2"/>
                              </p:cNvCxnSpPr>
                              <p:nvPr/>
                            </p:nvCxnSpPr>
                            <p:spPr>
                              <a:xfrm>
                                <a:off x="1442720" y="3291840"/>
                                <a:ext cx="148336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" name="Straight Arrow Connector 14">
                                <a:extLst>
                                  <a:ext uri="{FF2B5EF4-FFF2-40B4-BE49-F238E27FC236}">
                                    <a16:creationId xmlns:a16="http://schemas.microsoft.com/office/drawing/2014/main" id="{93393A33-AB0F-8F95-447B-443A61D20231}"/>
                                  </a:ext>
                                </a:extLst>
                              </p:cNvPr>
                              <p:cNvCxnSpPr>
                                <a:stCxn id="5" idx="7"/>
                                <a:endCxn id="6" idx="3"/>
                              </p:cNvCxnSpPr>
                              <p:nvPr/>
                            </p:nvCxnSpPr>
                            <p:spPr>
                              <a:xfrm flipV="1">
                                <a:off x="3524455" y="1249487"/>
                                <a:ext cx="1820770" cy="180886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7" name="Straight Arrow Connector 16">
                                <a:extLst>
                                  <a:ext uri="{FF2B5EF4-FFF2-40B4-BE49-F238E27FC236}">
                                    <a16:creationId xmlns:a16="http://schemas.microsoft.com/office/drawing/2014/main" id="{D1320839-CA16-58DD-50E6-CE5457E84194}"/>
                                  </a:ext>
                                </a:extLst>
                              </p:cNvPr>
                              <p:cNvCxnSpPr>
                                <a:stCxn id="6" idx="4"/>
                                <a:endCxn id="8" idx="0"/>
                              </p:cNvCxnSpPr>
                              <p:nvPr/>
                            </p:nvCxnSpPr>
                            <p:spPr>
                              <a:xfrm>
                                <a:off x="5593080" y="1346200"/>
                                <a:ext cx="0" cy="161544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9" name="Straight Arrow Connector 18">
                                <a:extLst>
                                  <a:ext uri="{FF2B5EF4-FFF2-40B4-BE49-F238E27FC236}">
                                    <a16:creationId xmlns:a16="http://schemas.microsoft.com/office/drawing/2014/main" id="{650B6852-CAE4-E7BC-99DF-16BCCE6E8C9E}"/>
                                  </a:ext>
                                </a:extLst>
                              </p:cNvPr>
                              <p:cNvCxnSpPr>
                                <a:stCxn id="7" idx="0"/>
                                <a:endCxn id="8" idx="4"/>
                              </p:cNvCxnSpPr>
                              <p:nvPr/>
                            </p:nvCxnSpPr>
                            <p:spPr>
                              <a:xfrm flipV="1">
                                <a:off x="5593080" y="3622040"/>
                                <a:ext cx="0" cy="124968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1" name="Straight Arrow Connector 20">
                                <a:extLst>
                                  <a:ext uri="{FF2B5EF4-FFF2-40B4-BE49-F238E27FC236}">
                                    <a16:creationId xmlns:a16="http://schemas.microsoft.com/office/drawing/2014/main" id="{23258FC4-2E51-2CE0-DD9C-BBE26724329A}"/>
                                  </a:ext>
                                </a:extLst>
                              </p:cNvPr>
                              <p:cNvCxnSpPr>
                                <a:stCxn id="5" idx="5"/>
                                <a:endCxn id="7" idx="1"/>
                              </p:cNvCxnSpPr>
                              <p:nvPr/>
                            </p:nvCxnSpPr>
                            <p:spPr>
                              <a:xfrm>
                                <a:off x="3524455" y="3525327"/>
                                <a:ext cx="1820770" cy="144310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3" name="Straight Arrow Connector 22">
                                <a:extLst>
                                  <a:ext uri="{FF2B5EF4-FFF2-40B4-BE49-F238E27FC236}">
                                    <a16:creationId xmlns:a16="http://schemas.microsoft.com/office/drawing/2014/main" id="{A73D8308-00C5-8690-9F0F-25ACDE0E04B0}"/>
                                  </a:ext>
                                </a:extLst>
                              </p:cNvPr>
                              <p:cNvCxnSpPr>
                                <a:stCxn id="6" idx="5"/>
                                <a:endCxn id="9" idx="1"/>
                              </p:cNvCxnSpPr>
                              <p:nvPr/>
                            </p:nvCxnSpPr>
                            <p:spPr>
                              <a:xfrm>
                                <a:off x="5840935" y="1249487"/>
                                <a:ext cx="2288130" cy="180886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5" name="Straight Arrow Connector 24">
                                <a:extLst>
                                  <a:ext uri="{FF2B5EF4-FFF2-40B4-BE49-F238E27FC236}">
                                    <a16:creationId xmlns:a16="http://schemas.microsoft.com/office/drawing/2014/main" id="{F4D5DD8A-E2E8-0E3E-8E01-948D888E7979}"/>
                                  </a:ext>
                                </a:extLst>
                              </p:cNvPr>
                              <p:cNvCxnSpPr>
                                <a:stCxn id="7" idx="7"/>
                                <a:endCxn id="9" idx="3"/>
                              </p:cNvCxnSpPr>
                              <p:nvPr/>
                            </p:nvCxnSpPr>
                            <p:spPr>
                              <a:xfrm flipV="1">
                                <a:off x="5840935" y="3525327"/>
                                <a:ext cx="2288130" cy="144310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7" name="Straight Arrow Connector 26">
                                <a:extLst>
                                  <a:ext uri="{FF2B5EF4-FFF2-40B4-BE49-F238E27FC236}">
                                    <a16:creationId xmlns:a16="http://schemas.microsoft.com/office/drawing/2014/main" id="{CB5DC2C9-9591-545E-7A59-B94BA3EBE350}"/>
                                  </a:ext>
                                </a:extLst>
                              </p:cNvPr>
                              <p:cNvCxnSpPr>
                                <a:stCxn id="8" idx="6"/>
                                <a:endCxn id="9" idx="2"/>
                              </p:cNvCxnSpPr>
                              <p:nvPr/>
                            </p:nvCxnSpPr>
                            <p:spPr>
                              <a:xfrm>
                                <a:off x="5943600" y="3291840"/>
                                <a:ext cx="208280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9" name="Straight Arrow Connector 28">
                                <a:extLst>
                                  <a:ext uri="{FF2B5EF4-FFF2-40B4-BE49-F238E27FC236}">
                                    <a16:creationId xmlns:a16="http://schemas.microsoft.com/office/drawing/2014/main" id="{F243A067-3F38-CAC3-B0BD-92C16E816367}"/>
                                  </a:ext>
                                </a:extLst>
                              </p:cNvPr>
                              <p:cNvCxnSpPr>
                                <a:stCxn id="9" idx="6"/>
                                <a:endCxn id="10" idx="2"/>
                              </p:cNvCxnSpPr>
                              <p:nvPr/>
                            </p:nvCxnSpPr>
                            <p:spPr>
                              <a:xfrm>
                                <a:off x="8727440" y="3291840"/>
                                <a:ext cx="107696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31" name="TextBox 30">
                              <a:extLst>
                                <a:ext uri="{FF2B5EF4-FFF2-40B4-BE49-F238E27FC236}">
                                  <a16:creationId xmlns:a16="http://schemas.microsoft.com/office/drawing/2014/main" id="{E243205B-67AD-9EB5-D84B-57471FA10744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4800" y="3291841"/>
                              <a:ext cx="1137921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(0 / 10,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3" name="TextBox 32">
                            <a:extLst>
                              <a:ext uri="{FF2B5EF4-FFF2-40B4-BE49-F238E27FC236}">
                                <a16:creationId xmlns:a16="http://schemas.microsoft.com/office/drawing/2014/main" id="{A68D5588-AD2D-F399-47BB-DE01B60B2B4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348785" y="4125959"/>
                            <a:ext cx="1137921" cy="3567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(0 / 10, 1)</a:t>
                            </a:r>
                          </a:p>
                        </p:txBody>
                      </p:sp>
                    </p:grpSp>
                    <p:sp>
                      <p:nvSpPr>
                        <p:cNvPr id="35" name="TextBox 34">
                          <a:extLst>
                            <a:ext uri="{FF2B5EF4-FFF2-40B4-BE49-F238E27FC236}">
                              <a16:creationId xmlns:a16="http://schemas.microsoft.com/office/drawing/2014/main" id="{2F1FD40D-51D8-357C-AD2F-3A69C95A904A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775505" y="1677399"/>
                          <a:ext cx="938735" cy="3567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(0 / 5, 1)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F62DB3EA-CDD9-6B6D-8A20-894E025EC17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53280" y="2443866"/>
                        <a:ext cx="1137921" cy="3567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(0 / 10, 1)</a:t>
                        </a:r>
                      </a:p>
                    </p:txBody>
                  </p:sp>
                </p:grpSp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81B7813E-DF70-9BA2-1308-B07F40DB466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85000" y="1936287"/>
                      <a:ext cx="1137921" cy="3567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(0 / 5, 3)</a:t>
                      </a:r>
                    </a:p>
                  </p:txBody>
                </p: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E7185EA8-E643-9938-AA62-19F971C06776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680" y="3259723"/>
                    <a:ext cx="1137921" cy="3567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/>
                      <a:t>(0 / 10, 1)</a:t>
                    </a:r>
                  </a:p>
                </p:txBody>
              </p:sp>
            </p:grp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B489E29-9FBD-0A91-063A-53555383303A}"/>
                    </a:ext>
                  </a:extLst>
                </p:cNvPr>
                <p:cNvSpPr txBox="1"/>
                <p:nvPr/>
              </p:nvSpPr>
              <p:spPr>
                <a:xfrm>
                  <a:off x="4658360" y="3872766"/>
                  <a:ext cx="1137921" cy="3567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(0 / 10, 1)</a:t>
                  </a: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AA1EE30-6969-F0D3-9768-EE1C209098E6}"/>
                  </a:ext>
                </a:extLst>
              </p:cNvPr>
              <p:cNvSpPr txBox="1"/>
              <p:nvPr/>
            </p:nvSpPr>
            <p:spPr>
              <a:xfrm>
                <a:off x="6721373" y="4295236"/>
                <a:ext cx="1137921" cy="356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(0 / 7, 4)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EB59554-0731-620C-21BE-02E892CF6088}"/>
                </a:ext>
              </a:extLst>
            </p:cNvPr>
            <p:cNvSpPr txBox="1"/>
            <p:nvPr/>
          </p:nvSpPr>
          <p:spPr>
            <a:xfrm>
              <a:off x="8696960" y="3291841"/>
              <a:ext cx="1137921" cy="356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(0 / 15, 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456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216BC-DA14-B396-430A-FC2F3A7D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3014CF24-9FB2-2AD2-6F76-0837A376839E}"/>
              </a:ext>
            </a:extLst>
          </p:cNvPr>
          <p:cNvGrpSpPr/>
          <p:nvPr/>
        </p:nvGrpSpPr>
        <p:grpSpPr>
          <a:xfrm>
            <a:off x="873760" y="1747520"/>
            <a:ext cx="8392160" cy="4180840"/>
            <a:chOff x="741680" y="685800"/>
            <a:chExt cx="9763760" cy="484632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89F12B7-81E2-EE45-5A6F-3997A1425EC2}"/>
                </a:ext>
              </a:extLst>
            </p:cNvPr>
            <p:cNvGrpSpPr/>
            <p:nvPr/>
          </p:nvGrpSpPr>
          <p:grpSpPr>
            <a:xfrm>
              <a:off x="741680" y="685800"/>
              <a:ext cx="9763760" cy="4846320"/>
              <a:chOff x="741680" y="685800"/>
              <a:chExt cx="9763760" cy="484632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5724B54B-0781-C857-7027-865D6751F339}"/>
                  </a:ext>
                </a:extLst>
              </p:cNvPr>
              <p:cNvGrpSpPr/>
              <p:nvPr/>
            </p:nvGrpSpPr>
            <p:grpSpPr>
              <a:xfrm>
                <a:off x="741680" y="685800"/>
                <a:ext cx="9763760" cy="4846320"/>
                <a:chOff x="741680" y="685800"/>
                <a:chExt cx="9763760" cy="484632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A86CB424-0351-914B-F971-A82ACD8375B6}"/>
                    </a:ext>
                  </a:extLst>
                </p:cNvPr>
                <p:cNvGrpSpPr/>
                <p:nvPr/>
              </p:nvGrpSpPr>
              <p:grpSpPr>
                <a:xfrm>
                  <a:off x="741680" y="685800"/>
                  <a:ext cx="9763760" cy="4846320"/>
                  <a:chOff x="741680" y="685800"/>
                  <a:chExt cx="9763760" cy="4846320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FA4E5213-0489-2E73-28D6-28CD939AA3A2}"/>
                      </a:ext>
                    </a:extLst>
                  </p:cNvPr>
                  <p:cNvGrpSpPr/>
                  <p:nvPr/>
                </p:nvGrpSpPr>
                <p:grpSpPr>
                  <a:xfrm>
                    <a:off x="741680" y="685800"/>
                    <a:ext cx="9763760" cy="4846320"/>
                    <a:chOff x="741680" y="685800"/>
                    <a:chExt cx="9763760" cy="4846320"/>
                  </a:xfrm>
                </p:grpSpPr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42FCD102-D11B-20AD-D32F-6447F5F8CA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1680" y="685800"/>
                      <a:ext cx="9763760" cy="4846320"/>
                      <a:chOff x="741680" y="685800"/>
                      <a:chExt cx="9763760" cy="4846320"/>
                    </a:xfrm>
                  </p:grpSpPr>
                  <p:grpSp>
                    <p:nvGrpSpPr>
                      <p:cNvPr id="36" name="Group 35">
                        <a:extLst>
                          <a:ext uri="{FF2B5EF4-FFF2-40B4-BE49-F238E27FC236}">
                            <a16:creationId xmlns:a16="http://schemas.microsoft.com/office/drawing/2014/main" id="{BBB1DD2C-7355-DCDB-967E-D7ED0B8DC36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1680" y="685800"/>
                        <a:ext cx="9763760" cy="4846320"/>
                        <a:chOff x="741680" y="685800"/>
                        <a:chExt cx="9763760" cy="4846320"/>
                      </a:xfrm>
                    </p:grpSpPr>
                    <p:grpSp>
                      <p:nvGrpSpPr>
                        <p:cNvPr id="34" name="Group 33">
                          <a:extLst>
                            <a:ext uri="{FF2B5EF4-FFF2-40B4-BE49-F238E27FC236}">
                              <a16:creationId xmlns:a16="http://schemas.microsoft.com/office/drawing/2014/main" id="{6BFDA11D-3CBA-48FF-7D24-3737163DCEE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1680" y="685800"/>
                          <a:ext cx="9763760" cy="4846320"/>
                          <a:chOff x="741680" y="685800"/>
                          <a:chExt cx="9763760" cy="4846320"/>
                        </a:xfrm>
                      </p:grpSpPr>
                      <p:grpSp>
                        <p:nvGrpSpPr>
                          <p:cNvPr id="32" name="Group 31">
                            <a:extLst>
                              <a:ext uri="{FF2B5EF4-FFF2-40B4-BE49-F238E27FC236}">
                                <a16:creationId xmlns:a16="http://schemas.microsoft.com/office/drawing/2014/main" id="{0F4D2311-AFD5-D1FE-A2BA-066F3035398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1680" y="685800"/>
                            <a:ext cx="9763760" cy="484632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30" name="Group 29">
                              <a:extLst>
                                <a:ext uri="{FF2B5EF4-FFF2-40B4-BE49-F238E27FC236}">
                                  <a16:creationId xmlns:a16="http://schemas.microsoft.com/office/drawing/2014/main" id="{0F43B3D7-F143-79A7-73B9-00464225629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11" name="Group 10">
                                <a:extLst>
                                  <a:ext uri="{FF2B5EF4-FFF2-40B4-BE49-F238E27FC236}">
                                    <a16:creationId xmlns:a16="http://schemas.microsoft.com/office/drawing/2014/main" id="{CF47F8DC-3E9A-467F-0421-7CA477350CFE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sp>
                              <p:nvSpPr>
                                <p:cNvPr id="4" name="Oval 3">
                                  <a:extLst>
                                    <a:ext uri="{FF2B5EF4-FFF2-40B4-BE49-F238E27FC236}">
                                      <a16:creationId xmlns:a16="http://schemas.microsoft.com/office/drawing/2014/main" id="{97D25118-A05C-C786-787C-ACA34F5539F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4168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6"/>
                                </a:lnRef>
                                <a:fillRef idx="2">
                                  <a:schemeClr val="accent6"/>
                                </a:fillRef>
                                <a:effectRef idx="1">
                                  <a:schemeClr val="accent6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s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5" name="Oval 4">
                                  <a:extLst>
                                    <a:ext uri="{FF2B5EF4-FFF2-40B4-BE49-F238E27FC236}">
                                      <a16:creationId xmlns:a16="http://schemas.microsoft.com/office/drawing/2014/main" id="{83742A89-D5F9-6A4C-7566-FC453D5F5D9B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292608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1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6" name="Oval 5">
                                  <a:extLst>
                                    <a:ext uri="{FF2B5EF4-FFF2-40B4-BE49-F238E27FC236}">
                                      <a16:creationId xmlns:a16="http://schemas.microsoft.com/office/drawing/2014/main" id="{2FA086F9-4672-1C16-AB7B-382D9032491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68580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3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7" name="Oval 6">
                                  <a:extLst>
                                    <a:ext uri="{FF2B5EF4-FFF2-40B4-BE49-F238E27FC236}">
                                      <a16:creationId xmlns:a16="http://schemas.microsoft.com/office/drawing/2014/main" id="{89633DB3-175E-121E-E14A-4587F2224D2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487172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2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8" name="Oval 7">
                                  <a:extLst>
                                    <a:ext uri="{FF2B5EF4-FFF2-40B4-BE49-F238E27FC236}">
                                      <a16:creationId xmlns:a16="http://schemas.microsoft.com/office/drawing/2014/main" id="{94A7C8DA-34FE-D901-2C09-089D746BA19E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6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9" name="Oval 8">
                                  <a:extLst>
                                    <a:ext uri="{FF2B5EF4-FFF2-40B4-BE49-F238E27FC236}">
                                      <a16:creationId xmlns:a16="http://schemas.microsoft.com/office/drawing/2014/main" id="{C89DC48E-5FB8-0462-BF7C-B596880715F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802640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4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10" name="Oval 9">
                                  <a:extLst>
                                    <a:ext uri="{FF2B5EF4-FFF2-40B4-BE49-F238E27FC236}">
                                      <a16:creationId xmlns:a16="http://schemas.microsoft.com/office/drawing/2014/main" id="{EC563E51-5D4F-4D32-B5F6-FD6433CA57A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80440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6"/>
                                </a:lnRef>
                                <a:fillRef idx="2">
                                  <a:schemeClr val="accent6"/>
                                </a:fillRef>
                                <a:effectRef idx="1">
                                  <a:schemeClr val="accent6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t</a:t>
                                  </a:r>
                                  <a:endParaRPr lang="en-US" b="1" dirty="0"/>
                                </a:p>
                              </p:txBody>
                            </p:sp>
                          </p:grpSp>
                          <p:cxnSp>
                            <p:nvCxnSpPr>
                              <p:cNvPr id="13" name="Straight Arrow Connector 12">
                                <a:extLst>
                                  <a:ext uri="{FF2B5EF4-FFF2-40B4-BE49-F238E27FC236}">
                                    <a16:creationId xmlns:a16="http://schemas.microsoft.com/office/drawing/2014/main" id="{A47DC301-0922-2E33-650B-DA4B0F1EFF8E}"/>
                                  </a:ext>
                                </a:extLst>
                              </p:cNvPr>
                              <p:cNvCxnSpPr>
                                <a:stCxn id="4" idx="6"/>
                                <a:endCxn id="5" idx="2"/>
                              </p:cNvCxnSpPr>
                              <p:nvPr/>
                            </p:nvCxnSpPr>
                            <p:spPr>
                              <a:xfrm>
                                <a:off x="1442720" y="3291840"/>
                                <a:ext cx="148336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" name="Straight Arrow Connector 14">
                                <a:extLst>
                                  <a:ext uri="{FF2B5EF4-FFF2-40B4-BE49-F238E27FC236}">
                                    <a16:creationId xmlns:a16="http://schemas.microsoft.com/office/drawing/2014/main" id="{D114BF5A-B034-1706-B9FB-369977488CEF}"/>
                                  </a:ext>
                                </a:extLst>
                              </p:cNvPr>
                              <p:cNvCxnSpPr>
                                <a:stCxn id="5" idx="7"/>
                                <a:endCxn id="6" idx="3"/>
                              </p:cNvCxnSpPr>
                              <p:nvPr/>
                            </p:nvCxnSpPr>
                            <p:spPr>
                              <a:xfrm flipV="1">
                                <a:off x="3524455" y="1249487"/>
                                <a:ext cx="1820770" cy="180886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7" name="Straight Arrow Connector 16">
                                <a:extLst>
                                  <a:ext uri="{FF2B5EF4-FFF2-40B4-BE49-F238E27FC236}">
                                    <a16:creationId xmlns:a16="http://schemas.microsoft.com/office/drawing/2014/main" id="{226F621B-73C9-EDEB-0859-C2CF249B241F}"/>
                                  </a:ext>
                                </a:extLst>
                              </p:cNvPr>
                              <p:cNvCxnSpPr>
                                <a:stCxn id="6" idx="4"/>
                                <a:endCxn id="8" idx="0"/>
                              </p:cNvCxnSpPr>
                              <p:nvPr/>
                            </p:nvCxnSpPr>
                            <p:spPr>
                              <a:xfrm>
                                <a:off x="5593080" y="1346200"/>
                                <a:ext cx="0" cy="161544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9" name="Straight Arrow Connector 18">
                                <a:extLst>
                                  <a:ext uri="{FF2B5EF4-FFF2-40B4-BE49-F238E27FC236}">
                                    <a16:creationId xmlns:a16="http://schemas.microsoft.com/office/drawing/2014/main" id="{4DCC1977-987F-DFB9-77B0-BB6A791F5293}"/>
                                  </a:ext>
                                </a:extLst>
                              </p:cNvPr>
                              <p:cNvCxnSpPr>
                                <a:stCxn id="7" idx="0"/>
                                <a:endCxn id="8" idx="4"/>
                              </p:cNvCxnSpPr>
                              <p:nvPr/>
                            </p:nvCxnSpPr>
                            <p:spPr>
                              <a:xfrm flipV="1">
                                <a:off x="5593080" y="3622040"/>
                                <a:ext cx="0" cy="124968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1" name="Straight Arrow Connector 20">
                                <a:extLst>
                                  <a:ext uri="{FF2B5EF4-FFF2-40B4-BE49-F238E27FC236}">
                                    <a16:creationId xmlns:a16="http://schemas.microsoft.com/office/drawing/2014/main" id="{A191D46E-8CAB-786F-808A-CE510C0FF726}"/>
                                  </a:ext>
                                </a:extLst>
                              </p:cNvPr>
                              <p:cNvCxnSpPr>
                                <a:stCxn id="5" idx="5"/>
                                <a:endCxn id="7" idx="1"/>
                              </p:cNvCxnSpPr>
                              <p:nvPr/>
                            </p:nvCxnSpPr>
                            <p:spPr>
                              <a:xfrm>
                                <a:off x="3524455" y="3525327"/>
                                <a:ext cx="1820770" cy="144310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3" name="Straight Arrow Connector 22">
                                <a:extLst>
                                  <a:ext uri="{FF2B5EF4-FFF2-40B4-BE49-F238E27FC236}">
                                    <a16:creationId xmlns:a16="http://schemas.microsoft.com/office/drawing/2014/main" id="{6EB2A43C-AFDD-9BE0-7946-EFCC5628C21D}"/>
                                  </a:ext>
                                </a:extLst>
                              </p:cNvPr>
                              <p:cNvCxnSpPr>
                                <a:stCxn id="6" idx="5"/>
                                <a:endCxn id="9" idx="1"/>
                              </p:cNvCxnSpPr>
                              <p:nvPr/>
                            </p:nvCxnSpPr>
                            <p:spPr>
                              <a:xfrm>
                                <a:off x="5840935" y="1249487"/>
                                <a:ext cx="2288130" cy="180886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5" name="Straight Arrow Connector 24">
                                <a:extLst>
                                  <a:ext uri="{FF2B5EF4-FFF2-40B4-BE49-F238E27FC236}">
                                    <a16:creationId xmlns:a16="http://schemas.microsoft.com/office/drawing/2014/main" id="{99F3DCC0-C5D3-093D-A855-D7852AA9B55C}"/>
                                  </a:ext>
                                </a:extLst>
                              </p:cNvPr>
                              <p:cNvCxnSpPr>
                                <a:stCxn id="7" idx="7"/>
                                <a:endCxn id="9" idx="3"/>
                              </p:cNvCxnSpPr>
                              <p:nvPr/>
                            </p:nvCxnSpPr>
                            <p:spPr>
                              <a:xfrm flipV="1">
                                <a:off x="5840935" y="3525327"/>
                                <a:ext cx="2288130" cy="144310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7" name="Straight Arrow Connector 26">
                                <a:extLst>
                                  <a:ext uri="{FF2B5EF4-FFF2-40B4-BE49-F238E27FC236}">
                                    <a16:creationId xmlns:a16="http://schemas.microsoft.com/office/drawing/2014/main" id="{8F0D7C3A-27C4-20D8-BD46-AF893426A19D}"/>
                                  </a:ext>
                                </a:extLst>
                              </p:cNvPr>
                              <p:cNvCxnSpPr>
                                <a:stCxn id="8" idx="6"/>
                                <a:endCxn id="9" idx="2"/>
                              </p:cNvCxnSpPr>
                              <p:nvPr/>
                            </p:nvCxnSpPr>
                            <p:spPr>
                              <a:xfrm>
                                <a:off x="5943600" y="3291840"/>
                                <a:ext cx="208280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9" name="Straight Arrow Connector 28">
                                <a:extLst>
                                  <a:ext uri="{FF2B5EF4-FFF2-40B4-BE49-F238E27FC236}">
                                    <a16:creationId xmlns:a16="http://schemas.microsoft.com/office/drawing/2014/main" id="{6C950D0F-D552-B7DD-1E60-1045245405C5}"/>
                                  </a:ext>
                                </a:extLst>
                              </p:cNvPr>
                              <p:cNvCxnSpPr>
                                <a:stCxn id="9" idx="6"/>
                                <a:endCxn id="10" idx="2"/>
                              </p:cNvCxnSpPr>
                              <p:nvPr/>
                            </p:nvCxnSpPr>
                            <p:spPr>
                              <a:xfrm>
                                <a:off x="8727440" y="3291840"/>
                                <a:ext cx="107696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31" name="TextBox 30">
                              <a:extLst>
                                <a:ext uri="{FF2B5EF4-FFF2-40B4-BE49-F238E27FC236}">
                                  <a16:creationId xmlns:a16="http://schemas.microsoft.com/office/drawing/2014/main" id="{FAF2369F-5633-F286-5520-0651AA39CD4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4800" y="3291841"/>
                              <a:ext cx="1279094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(10 / 10,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3" name="TextBox 32">
                            <a:extLst>
                              <a:ext uri="{FF2B5EF4-FFF2-40B4-BE49-F238E27FC236}">
                                <a16:creationId xmlns:a16="http://schemas.microsoft.com/office/drawing/2014/main" id="{275C5E36-A273-B2F4-66CE-FB0132B71B2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348785" y="4125959"/>
                            <a:ext cx="1137921" cy="3567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(5 / 10, 1)</a:t>
                            </a:r>
                          </a:p>
                        </p:txBody>
                      </p:sp>
                    </p:grpSp>
                    <p:sp>
                      <p:nvSpPr>
                        <p:cNvPr id="35" name="TextBox 34">
                          <a:extLst>
                            <a:ext uri="{FF2B5EF4-FFF2-40B4-BE49-F238E27FC236}">
                              <a16:creationId xmlns:a16="http://schemas.microsoft.com/office/drawing/2014/main" id="{B16321A4-0F95-66C2-F61F-856A7A4055A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775505" y="1677399"/>
                          <a:ext cx="938735" cy="3567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(5 / 5, 1)</a:t>
                          </a:r>
                        </a:p>
                      </p:txBody>
                    </p:sp>
                  </p:grpSp>
                  <p:sp>
                    <p:nvSpPr>
                      <p:cNvPr id="37" name="TextBox 36">
                        <a:extLst>
                          <a:ext uri="{FF2B5EF4-FFF2-40B4-BE49-F238E27FC236}">
                            <a16:creationId xmlns:a16="http://schemas.microsoft.com/office/drawing/2014/main" id="{84F60AF4-5EC3-ADEC-14F6-199A99E2320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53280" y="2443866"/>
                        <a:ext cx="1137921" cy="3567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(0 / 10, 1)</a:t>
                        </a:r>
                      </a:p>
                    </p:txBody>
                  </p:sp>
                </p:grpSp>
                <p:sp>
                  <p:nvSpPr>
                    <p:cNvPr id="39" name="TextBox 38">
                      <a:extLst>
                        <a:ext uri="{FF2B5EF4-FFF2-40B4-BE49-F238E27FC236}">
                          <a16:creationId xmlns:a16="http://schemas.microsoft.com/office/drawing/2014/main" id="{5FD30FBB-D588-3B79-09F9-41808E86DF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85000" y="1936287"/>
                      <a:ext cx="1137921" cy="3567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(5 / 5, 3)</a:t>
                      </a:r>
                    </a:p>
                  </p:txBody>
                </p:sp>
              </p:grpSp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C386B7DF-0AAB-8A54-EF5C-8AEF02896791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680" y="3259723"/>
                    <a:ext cx="1137921" cy="3567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/>
                      <a:t>(0 / 10, 1)</a:t>
                    </a:r>
                  </a:p>
                </p:txBody>
              </p:sp>
            </p:grp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86CD14C-9082-9270-9B1E-657113B54D63}"/>
                    </a:ext>
                  </a:extLst>
                </p:cNvPr>
                <p:cNvSpPr txBox="1"/>
                <p:nvPr/>
              </p:nvSpPr>
              <p:spPr>
                <a:xfrm>
                  <a:off x="4658360" y="3872766"/>
                  <a:ext cx="1137921" cy="3567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(0 / 10, 1)</a:t>
                  </a: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5FB867B-13B7-2EC8-AA8A-2213EEFBE94E}"/>
                  </a:ext>
                </a:extLst>
              </p:cNvPr>
              <p:cNvSpPr txBox="1"/>
              <p:nvPr/>
            </p:nvSpPr>
            <p:spPr>
              <a:xfrm>
                <a:off x="6721373" y="4295236"/>
                <a:ext cx="1137921" cy="356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(5 / 7, 4)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407D954-32DD-42A4-3F58-C339A0A9E209}"/>
                </a:ext>
              </a:extLst>
            </p:cNvPr>
            <p:cNvSpPr txBox="1"/>
            <p:nvPr/>
          </p:nvSpPr>
          <p:spPr>
            <a:xfrm>
              <a:off x="8696960" y="3291839"/>
              <a:ext cx="1302167" cy="356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(10 / 15, 1)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574AF87-46B2-0D7A-7137-1269D4097E4C}"/>
              </a:ext>
            </a:extLst>
          </p:cNvPr>
          <p:cNvSpPr txBox="1"/>
          <p:nvPr/>
        </p:nvSpPr>
        <p:spPr>
          <a:xfrm>
            <a:off x="589280" y="497840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1: choose </a:t>
            </a:r>
            <a:r>
              <a:rPr lang="en-US" dirty="0" err="1"/>
              <a:t>s,t</a:t>
            </a:r>
            <a:r>
              <a:rPr lang="en-US" dirty="0"/>
              <a:t> and initialize max flow</a:t>
            </a:r>
          </a:p>
        </p:txBody>
      </p:sp>
    </p:spTree>
    <p:extLst>
      <p:ext uri="{BB962C8B-B14F-4D97-AF65-F5344CB8AC3E}">
        <p14:creationId xmlns:p14="http://schemas.microsoft.com/office/powerpoint/2010/main" val="1311383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3886-8050-3973-5EE2-F1769AC4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5475F-D0A2-FE8C-B1C7-C7BADB100762}"/>
              </a:ext>
            </a:extLst>
          </p:cNvPr>
          <p:cNvSpPr txBox="1"/>
          <p:nvPr/>
        </p:nvSpPr>
        <p:spPr>
          <a:xfrm>
            <a:off x="815873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2: the residual graph R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E2BE1FE-2082-64EF-0E25-6B691B10E66A}"/>
              </a:ext>
            </a:extLst>
          </p:cNvPr>
          <p:cNvGrpSpPr/>
          <p:nvPr/>
        </p:nvGrpSpPr>
        <p:grpSpPr>
          <a:xfrm>
            <a:off x="1036007" y="1798320"/>
            <a:ext cx="8392160" cy="4180840"/>
            <a:chOff x="1036007" y="1798320"/>
            <a:chExt cx="8392160" cy="4180840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8468C9E2-6F95-AB7C-AA91-4726099B597F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815873" y="1747520"/>
              <a:chExt cx="8392160" cy="4180840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27602ACD-ABBC-5FDD-CBEE-75A892DFA00D}"/>
                  </a:ext>
                </a:extLst>
              </p:cNvPr>
              <p:cNvGrpSpPr/>
              <p:nvPr/>
            </p:nvGrpSpPr>
            <p:grpSpPr>
              <a:xfrm>
                <a:off x="815873" y="1747520"/>
                <a:ext cx="8392160" cy="4180840"/>
                <a:chOff x="815873" y="1747520"/>
                <a:chExt cx="8392160" cy="4180840"/>
              </a:xfrm>
            </p:grpSpPr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EC6A94F7-C75E-CE02-A740-C57C037C3BFE}"/>
                    </a:ext>
                  </a:extLst>
                </p:cNvPr>
                <p:cNvGrpSpPr/>
                <p:nvPr/>
              </p:nvGrpSpPr>
              <p:grpSpPr>
                <a:xfrm>
                  <a:off x="815873" y="1747520"/>
                  <a:ext cx="8392160" cy="4180840"/>
                  <a:chOff x="873760" y="1747520"/>
                  <a:chExt cx="8392160" cy="4180840"/>
                </a:xfrm>
              </p:grpSpPr>
              <p:cxnSp>
                <p:nvCxnSpPr>
                  <p:cNvPr id="81" name="Straight Arrow Connector 80">
                    <a:extLst>
                      <a:ext uri="{FF2B5EF4-FFF2-40B4-BE49-F238E27FC236}">
                        <a16:creationId xmlns:a16="http://schemas.microsoft.com/office/drawing/2014/main" id="{4F7DCA33-C5A1-384F-00D8-29E23106A8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309724" y="4159569"/>
                    <a:ext cx="1564991" cy="1244945"/>
                  </a:xfrm>
                  <a:prstGeom prst="straightConnector1">
                    <a:avLst/>
                  </a:prstGeom>
                  <a:ln>
                    <a:tailEnd type="triangle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88" name="Group 87">
                    <a:extLst>
                      <a:ext uri="{FF2B5EF4-FFF2-40B4-BE49-F238E27FC236}">
                        <a16:creationId xmlns:a16="http://schemas.microsoft.com/office/drawing/2014/main" id="{E9D5F047-32C1-993F-5DDA-799A49B3BD20}"/>
                      </a:ext>
                    </a:extLst>
                  </p:cNvPr>
                  <p:cNvGrpSpPr/>
                  <p:nvPr/>
                </p:nvGrpSpPr>
                <p:grpSpPr>
                  <a:xfrm>
                    <a:off x="873760" y="1747520"/>
                    <a:ext cx="8392160" cy="4180840"/>
                    <a:chOff x="873760" y="1747520"/>
                    <a:chExt cx="8392160" cy="4180840"/>
                  </a:xfrm>
                </p:grpSpPr>
                <p:grpSp>
                  <p:nvGrpSpPr>
                    <p:cNvPr id="3" name="Group 2">
                      <a:extLst>
                        <a:ext uri="{FF2B5EF4-FFF2-40B4-BE49-F238E27FC236}">
                          <a16:creationId xmlns:a16="http://schemas.microsoft.com/office/drawing/2014/main" id="{AB675264-1AF1-67BC-C23C-0BE35B6044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3760" y="1747520"/>
                      <a:ext cx="8392160" cy="4180840"/>
                      <a:chOff x="741680" y="685800"/>
                      <a:chExt cx="9763760" cy="4846320"/>
                    </a:xfrm>
                  </p:grpSpPr>
                  <p:grpSp>
                    <p:nvGrpSpPr>
                      <p:cNvPr id="12" name="Group 11">
                        <a:extLst>
                          <a:ext uri="{FF2B5EF4-FFF2-40B4-BE49-F238E27FC236}">
                            <a16:creationId xmlns:a16="http://schemas.microsoft.com/office/drawing/2014/main" id="{52621E4B-A4C8-F81B-44F2-93F1F2C9E2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1680" y="685800"/>
                        <a:ext cx="9763760" cy="4846320"/>
                        <a:chOff x="741680" y="685800"/>
                        <a:chExt cx="9763760" cy="4846320"/>
                      </a:xfrm>
                    </p:grpSpPr>
                    <p:grpSp>
                      <p:nvGrpSpPr>
                        <p:cNvPr id="16" name="Group 15">
                          <a:extLst>
                            <a:ext uri="{FF2B5EF4-FFF2-40B4-BE49-F238E27FC236}">
                              <a16:creationId xmlns:a16="http://schemas.microsoft.com/office/drawing/2014/main" id="{851815D2-AB11-DA83-30B4-D4EE5DEE3BA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1680" y="685800"/>
                          <a:ext cx="9763760" cy="4846320"/>
                          <a:chOff x="741680" y="685800"/>
                          <a:chExt cx="9763760" cy="4846320"/>
                        </a:xfrm>
                      </p:grpSpPr>
                      <p:grpSp>
                        <p:nvGrpSpPr>
                          <p:cNvPr id="20" name="Group 19">
                            <a:extLst>
                              <a:ext uri="{FF2B5EF4-FFF2-40B4-BE49-F238E27FC236}">
                                <a16:creationId xmlns:a16="http://schemas.microsoft.com/office/drawing/2014/main" id="{19474DC7-818C-63EB-762D-52DA5899E65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1680" y="685800"/>
                            <a:ext cx="9763760" cy="484632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24" name="Group 23">
                              <a:extLst>
                                <a:ext uri="{FF2B5EF4-FFF2-40B4-BE49-F238E27FC236}">
                                  <a16:creationId xmlns:a16="http://schemas.microsoft.com/office/drawing/2014/main" id="{C9E671FE-B128-5B3B-DB3B-6F44B9F6689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28" name="Group 27">
                                <a:extLst>
                                  <a:ext uri="{FF2B5EF4-FFF2-40B4-BE49-F238E27FC236}">
                                    <a16:creationId xmlns:a16="http://schemas.microsoft.com/office/drawing/2014/main" id="{BE4AB984-3C64-963F-DF2A-BFD78812333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50" name="Group 49">
                                  <a:extLst>
                                    <a:ext uri="{FF2B5EF4-FFF2-40B4-BE49-F238E27FC236}">
                                      <a16:creationId xmlns:a16="http://schemas.microsoft.com/office/drawing/2014/main" id="{80B28A94-3F7F-F078-8DB3-4993E9961BD9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52" name="Group 51">
                                    <a:extLst>
                                      <a:ext uri="{FF2B5EF4-FFF2-40B4-BE49-F238E27FC236}">
                                        <a16:creationId xmlns:a16="http://schemas.microsoft.com/office/drawing/2014/main" id="{65C08156-46AB-849C-4E6B-1E5DF392D73B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54" name="Group 53">
                                      <a:extLst>
                                        <a:ext uri="{FF2B5EF4-FFF2-40B4-BE49-F238E27FC236}">
                                          <a16:creationId xmlns:a16="http://schemas.microsoft.com/office/drawing/2014/main" id="{EFD5F9A0-10F1-D1AC-9633-512261E26E7E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56" name="Group 5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03EABD50-33EE-E25E-C6E3-3D095CAEDDA3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58" name="Group 5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11FE6304-5CCA-F104-1A22-0AD5258E601F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sp>
                                        <p:nvSpPr>
                                          <p:cNvPr id="68" name="Oval 6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5EAB61A4-5714-94DE-482C-DD3BBE0A85D2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74168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6"/>
                                          </a:lnRef>
                                          <a:fillRef idx="2">
                                            <a:schemeClr val="accent6"/>
                                          </a:fillRef>
                                          <a:effectRef idx="1">
                                            <a:schemeClr val="accent6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s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69" name="Oval 6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C34A0EC7-B880-7D48-631D-B65AB28AEDDD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292608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1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70" name="Oval 6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4D40B7EB-1821-1C99-57FB-49352CF3759F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68580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3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71" name="Oval 70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D72E7A8-5D1C-F9F4-9DF9-4BBCA28505C6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487172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2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72" name="Oval 71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370897A-7994-96B3-C7E7-E7C4085A5417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6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73" name="Oval 72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B8F7304-7F1C-6D89-86D8-DAA9B8355CDB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802640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4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74" name="Oval 73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8C905730-845F-3E4A-BF8A-879D9CDEF3FA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0440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6"/>
                                          </a:lnRef>
                                          <a:fillRef idx="2">
                                            <a:schemeClr val="accent6"/>
                                          </a:fillRef>
                                          <a:effectRef idx="1">
                                            <a:schemeClr val="accent6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t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</p:grpSp>
                                    <p:cxnSp>
                                      <p:nvCxnSpPr>
                                        <p:cNvPr id="59" name="Straight Arrow Connector 5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C23CB245-6A51-3BA1-FB15-B591E70629DE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69" idx="2"/>
                                          <a:endCxn id="68" idx="6"/>
                                        </p:cNvCxnSpPr>
                                        <p:nvPr/>
                                      </p:nvCxnSpPr>
                                      <p:spPr>
                                        <a:xfrm flipH="1">
                                          <a:off x="1442720" y="3291839"/>
                                          <a:ext cx="1483359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60" name="Straight Arrow Connector 5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6E8025D-94DE-ABF7-DC8F-86CE63BBEBBE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70" idx="3"/>
                                          <a:endCxn id="69" idx="7"/>
                                        </p:cNvCxnSpPr>
                                        <p:nvPr/>
                                      </p:nvCxnSpPr>
                                      <p:spPr>
                                        <a:xfrm flipH="1">
                                          <a:off x="3524454" y="1249486"/>
                                          <a:ext cx="1820770" cy="180886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61" name="Straight Arrow Connector 6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668BE5C7-31D1-F061-8F80-3EFAA162BDB0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70" idx="4"/>
                                          <a:endCxn id="72" idx="0"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5593080" y="1346200"/>
                                          <a:ext cx="0" cy="161544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62" name="Straight Arrow Connector 61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0DA7FDE-2EA0-5FE2-10E8-ABECCA208031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71" idx="0"/>
                                          <a:endCxn id="72" idx="4"/>
                                        </p:cNvCxnSpPr>
                                        <p:nvPr/>
                                      </p:nvCxnSpPr>
                                      <p:spPr>
                                        <a:xfrm flipV="1">
                                          <a:off x="5593080" y="3622040"/>
                                          <a:ext cx="0" cy="124968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63" name="Straight Arrow Connector 6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F7D8EEA6-2A06-E2F5-0EAC-DD8FBA9ACDCD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491844" y="3578497"/>
                                          <a:ext cx="1820770" cy="144310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64" name="Straight Arrow Connector 63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41E4BDE-28D9-4AB8-296C-79059CF34F1A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73" idx="1"/>
                                          <a:endCxn id="70" idx="5"/>
                                        </p:cNvCxnSpPr>
                                        <p:nvPr/>
                                      </p:nvCxnSpPr>
                                      <p:spPr>
                                        <a:xfrm flipH="1" flipV="1">
                                          <a:off x="5840934" y="1249486"/>
                                          <a:ext cx="2288131" cy="180886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65" name="Straight Arrow Connector 6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BDF765EC-CC4B-148B-2DE5-089C93FD10F2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 flipV="1">
                                          <a:off x="5919741" y="3603843"/>
                                          <a:ext cx="2288131" cy="144310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66" name="Straight Arrow Connector 65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7CDB9D4-C077-E9C0-3DEA-A0F02466906E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72" idx="6"/>
                                          <a:endCxn id="73" idx="2"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5943600" y="3291840"/>
                                          <a:ext cx="2082800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67" name="Straight Arrow Connector 6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33258A37-1071-BA0F-5E31-05B8F1029DE2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8727440" y="3380171"/>
                                          <a:ext cx="1076960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</p:grpSp>
                                  <p:sp>
                                    <p:nvSpPr>
                                      <p:cNvPr id="57" name="TextBox 56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3A011E7D-13D2-949A-6237-5659FB4D90CD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811213" y="2906426"/>
                                        <a:ext cx="872695" cy="356767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sz="1400" b="1" dirty="0"/>
                                          <a:t>(10, -1)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55" name="TextBox 54">
                                      <a:extLst>
                                        <a:ext uri="{FF2B5EF4-FFF2-40B4-BE49-F238E27FC236}">
                                          <a16:creationId xmlns:a16="http://schemas.microsoft.com/office/drawing/2014/main" id="{D2CFFFA4-8D09-FA58-57EF-FDACD56FFD93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3670061" y="4161960"/>
                                      <a:ext cx="701041" cy="35676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sz="1400" b="1" dirty="0"/>
                                        <a:t>(5, 1)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53" name="TextBox 52">
                                    <a:extLst>
                                      <a:ext uri="{FF2B5EF4-FFF2-40B4-BE49-F238E27FC236}">
                                        <a16:creationId xmlns:a16="http://schemas.microsoft.com/office/drawing/2014/main" id="{59F35506-D21C-3DB5-3EAE-1FC07E3FFE0D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3942964" y="1677399"/>
                                    <a:ext cx="938735" cy="35676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400" b="1" dirty="0"/>
                                      <a:t>(5, -1)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51" name="TextBox 50">
                                  <a:extLst>
                                    <a:ext uri="{FF2B5EF4-FFF2-40B4-BE49-F238E27FC236}">
                                      <a16:creationId xmlns:a16="http://schemas.microsoft.com/office/drawing/2014/main" id="{426F8E50-6B05-3BF4-3A70-E19A33CB85DE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4899548" y="2443867"/>
                                  <a:ext cx="844193" cy="35676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sz="1400" b="1" dirty="0"/>
                                    <a:t>(10, 1)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42" name="TextBox 41">
                                <a:extLst>
                                  <a:ext uri="{FF2B5EF4-FFF2-40B4-BE49-F238E27FC236}">
                                    <a16:creationId xmlns:a16="http://schemas.microsoft.com/office/drawing/2014/main" id="{9B04C14A-DBCE-596F-70FE-B5E17F27117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985001" y="1936287"/>
                                <a:ext cx="728824" cy="35676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400" b="1" dirty="0"/>
                                  <a:t>(5, -3)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26" name="TextBox 25">
                              <a:extLst>
                                <a:ext uri="{FF2B5EF4-FFF2-40B4-BE49-F238E27FC236}">
                                  <a16:creationId xmlns:a16="http://schemas.microsoft.com/office/drawing/2014/main" id="{CC7CA268-30C5-6FDD-4605-EE83C2FCCEC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29680" y="3259723"/>
                              <a:ext cx="1137921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(10, 1)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22" name="TextBox 21">
                            <a:extLst>
                              <a:ext uri="{FF2B5EF4-FFF2-40B4-BE49-F238E27FC236}">
                                <a16:creationId xmlns:a16="http://schemas.microsoft.com/office/drawing/2014/main" id="{A647EA13-E123-ADDB-BADB-D8D41E9003E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911271" y="3833803"/>
                            <a:ext cx="832470" cy="3567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(10, 1)</a:t>
                            </a:r>
                          </a:p>
                        </p:txBody>
                      </p:sp>
                    </p:grpSp>
                    <p:sp>
                      <p:nvSpPr>
                        <p:cNvPr id="18" name="TextBox 17">
                          <a:extLst>
                            <a:ext uri="{FF2B5EF4-FFF2-40B4-BE49-F238E27FC236}">
                              <a16:creationId xmlns:a16="http://schemas.microsoft.com/office/drawing/2014/main" id="{B2DEC953-9B1E-8ECC-4DDD-6B88866A04C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995009" y="4276323"/>
                          <a:ext cx="834844" cy="3567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(2, 4)</a:t>
                          </a:r>
                        </a:p>
                      </p:txBody>
                    </p:sp>
                  </p:grpSp>
                  <p:sp>
                    <p:nvSpPr>
                      <p:cNvPr id="14" name="TextBox 13">
                        <a:extLst>
                          <a:ext uri="{FF2B5EF4-FFF2-40B4-BE49-F238E27FC236}">
                            <a16:creationId xmlns:a16="http://schemas.microsoft.com/office/drawing/2014/main" id="{4765C601-5AF4-BE40-BA15-98B159719E7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34311" y="3380171"/>
                        <a:ext cx="701040" cy="3567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(5, 1)</a:t>
                        </a:r>
                      </a:p>
                    </p:txBody>
                  </p:sp>
                </p:grpSp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95B45735-D039-6449-5414-CB49229FF6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25332" y="4222533"/>
                      <a:ext cx="64778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(5, -1)</a:t>
                      </a:r>
                    </a:p>
                  </p:txBody>
                </p:sp>
              </p:grpSp>
            </p:grpSp>
            <p:cxnSp>
              <p:nvCxnSpPr>
                <p:cNvPr id="90" name="Straight Arrow Connector 89">
                  <a:extLst>
                    <a:ext uri="{FF2B5EF4-FFF2-40B4-BE49-F238E27FC236}">
                      <a16:creationId xmlns:a16="http://schemas.microsoft.com/office/drawing/2014/main" id="{E962704F-8C71-C1F5-0D4C-0933D35765E3}"/>
                    </a:ext>
                  </a:extLst>
                </p:cNvPr>
                <p:cNvCxnSpPr>
                  <a:cxnSpLocks/>
                  <a:stCxn id="73" idx="3"/>
                  <a:endCxn id="71" idx="7"/>
                </p:cNvCxnSpPr>
                <p:nvPr/>
              </p:nvCxnSpPr>
              <p:spPr>
                <a:xfrm flipH="1">
                  <a:off x="5198791" y="4197132"/>
                  <a:ext cx="1966697" cy="1244945"/>
                </a:xfrm>
                <a:prstGeom prst="straightConnector1">
                  <a:avLst/>
                </a:prstGeom>
                <a:ln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53143858-BDAC-2C33-E51F-9D22CC4689D2}"/>
                  </a:ext>
                </a:extLst>
              </p:cNvPr>
              <p:cNvSpPr txBox="1"/>
              <p:nvPr/>
            </p:nvSpPr>
            <p:spPr>
              <a:xfrm>
                <a:off x="5496500" y="4642501"/>
                <a:ext cx="7175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(5, -4)</a:t>
                </a:r>
              </a:p>
            </p:txBody>
          </p:sp>
        </p:grp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294CE9B5-79EC-9B21-79E7-4540673A2688}"/>
                </a:ext>
              </a:extLst>
            </p:cNvPr>
            <p:cNvCxnSpPr>
              <a:cxnSpLocks/>
              <a:endCxn id="73" idx="6"/>
            </p:cNvCxnSpPr>
            <p:nvPr/>
          </p:nvCxnSpPr>
          <p:spPr>
            <a:xfrm flipH="1">
              <a:off x="7899938" y="4046507"/>
              <a:ext cx="925670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A465235F-0E16-5B53-FE26-5964D433D8CC}"/>
              </a:ext>
            </a:extLst>
          </p:cNvPr>
          <p:cNvSpPr txBox="1"/>
          <p:nvPr/>
        </p:nvSpPr>
        <p:spPr>
          <a:xfrm>
            <a:off x="8045239" y="3722441"/>
            <a:ext cx="853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(10, -1)</a:t>
            </a:r>
          </a:p>
        </p:txBody>
      </p:sp>
    </p:spTree>
    <p:extLst>
      <p:ext uri="{BB962C8B-B14F-4D97-AF65-F5344CB8AC3E}">
        <p14:creationId xmlns:p14="http://schemas.microsoft.com/office/powerpoint/2010/main" val="1506113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B7A1E-E65F-8FE9-8939-3B312D7AC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DFDADD-9258-75E6-715E-DD48335ACB82}"/>
              </a:ext>
            </a:extLst>
          </p:cNvPr>
          <p:cNvSpPr txBox="1"/>
          <p:nvPr/>
        </p:nvSpPr>
        <p:spPr>
          <a:xfrm>
            <a:off x="815873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3: find SCCs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0781CA5-99B8-7DA8-AB04-644D4007712A}"/>
              </a:ext>
            </a:extLst>
          </p:cNvPr>
          <p:cNvSpPr txBox="1"/>
          <p:nvPr/>
        </p:nvSpPr>
        <p:spPr>
          <a:xfrm>
            <a:off x="8006739" y="3809067"/>
            <a:ext cx="853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(10, -1)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E2BE1FE-2082-64EF-0E25-6B691B10E66A}"/>
              </a:ext>
            </a:extLst>
          </p:cNvPr>
          <p:cNvGrpSpPr/>
          <p:nvPr/>
        </p:nvGrpSpPr>
        <p:grpSpPr>
          <a:xfrm>
            <a:off x="987881" y="1884947"/>
            <a:ext cx="8392160" cy="4180840"/>
            <a:chOff x="1036007" y="1798320"/>
            <a:chExt cx="8392160" cy="418084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468C9E2-6F95-AB7C-AA91-4726099B597F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815873" y="1747520"/>
              <a:chExt cx="8392160" cy="418084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27602ACD-ABBC-5FDD-CBEE-75A892DFA00D}"/>
                  </a:ext>
                </a:extLst>
              </p:cNvPr>
              <p:cNvGrpSpPr/>
              <p:nvPr/>
            </p:nvGrpSpPr>
            <p:grpSpPr>
              <a:xfrm>
                <a:off x="815873" y="1747520"/>
                <a:ext cx="8392160" cy="4180840"/>
                <a:chOff x="815873" y="1747520"/>
                <a:chExt cx="8392160" cy="418084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EC6A94F7-C75E-CE02-A740-C57C037C3BFE}"/>
                    </a:ext>
                  </a:extLst>
                </p:cNvPr>
                <p:cNvGrpSpPr/>
                <p:nvPr/>
              </p:nvGrpSpPr>
              <p:grpSpPr>
                <a:xfrm>
                  <a:off x="815873" y="1747520"/>
                  <a:ext cx="8392160" cy="4180840"/>
                  <a:chOff x="873760" y="1747520"/>
                  <a:chExt cx="8392160" cy="4180840"/>
                </a:xfrm>
              </p:grpSpPr>
              <p:cxnSp>
                <p:nvCxnSpPr>
                  <p:cNvPr id="11" name="Straight Arrow Connector 10">
                    <a:extLst>
                      <a:ext uri="{FF2B5EF4-FFF2-40B4-BE49-F238E27FC236}">
                        <a16:creationId xmlns:a16="http://schemas.microsoft.com/office/drawing/2014/main" id="{4F7DCA33-C5A1-384F-00D8-29E23106A8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309724" y="4159569"/>
                    <a:ext cx="1564991" cy="1244945"/>
                  </a:xfrm>
                  <a:prstGeom prst="straightConnector1">
                    <a:avLst/>
                  </a:prstGeom>
                  <a:ln>
                    <a:tailEnd type="triangle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3" name="Group 12">
                    <a:extLst>
                      <a:ext uri="{FF2B5EF4-FFF2-40B4-BE49-F238E27FC236}">
                        <a16:creationId xmlns:a16="http://schemas.microsoft.com/office/drawing/2014/main" id="{E9D5F047-32C1-993F-5DDA-799A49B3BD20}"/>
                      </a:ext>
                    </a:extLst>
                  </p:cNvPr>
                  <p:cNvGrpSpPr/>
                  <p:nvPr/>
                </p:nvGrpSpPr>
                <p:grpSpPr>
                  <a:xfrm>
                    <a:off x="873760" y="1747520"/>
                    <a:ext cx="8392160" cy="4180840"/>
                    <a:chOff x="873760" y="1747520"/>
                    <a:chExt cx="8392160" cy="4180840"/>
                  </a:xfrm>
                </p:grpSpPr>
                <p:grpSp>
                  <p:nvGrpSpPr>
                    <p:cNvPr id="15" name="Group 14">
                      <a:extLst>
                        <a:ext uri="{FF2B5EF4-FFF2-40B4-BE49-F238E27FC236}">
                          <a16:creationId xmlns:a16="http://schemas.microsoft.com/office/drawing/2014/main" id="{AB675264-1AF1-67BC-C23C-0BE35B6044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3760" y="1747520"/>
                      <a:ext cx="8392160" cy="4180840"/>
                      <a:chOff x="741680" y="685800"/>
                      <a:chExt cx="9763760" cy="4846320"/>
                    </a:xfrm>
                  </p:grpSpPr>
                  <p:grpSp>
                    <p:nvGrpSpPr>
                      <p:cNvPr id="19" name="Group 18">
                        <a:extLst>
                          <a:ext uri="{FF2B5EF4-FFF2-40B4-BE49-F238E27FC236}">
                            <a16:creationId xmlns:a16="http://schemas.microsoft.com/office/drawing/2014/main" id="{52621E4B-A4C8-F81B-44F2-93F1F2C9E27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1680" y="685800"/>
                        <a:ext cx="9763760" cy="4846320"/>
                        <a:chOff x="741680" y="685800"/>
                        <a:chExt cx="9763760" cy="4846320"/>
                      </a:xfrm>
                    </p:grpSpPr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851815D2-AB11-DA83-30B4-D4EE5DEE3BA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1680" y="685800"/>
                          <a:ext cx="9763760" cy="4846320"/>
                          <a:chOff x="741680" y="685800"/>
                          <a:chExt cx="9763760" cy="4846320"/>
                        </a:xfrm>
                      </p:grpSpPr>
                      <p:grpSp>
                        <p:nvGrpSpPr>
                          <p:cNvPr id="27" name="Group 26">
                            <a:extLst>
                              <a:ext uri="{FF2B5EF4-FFF2-40B4-BE49-F238E27FC236}">
                                <a16:creationId xmlns:a16="http://schemas.microsoft.com/office/drawing/2014/main" id="{19474DC7-818C-63EB-762D-52DA5899E65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1680" y="685800"/>
                            <a:ext cx="9763760" cy="484632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30" name="Group 29">
                              <a:extLst>
                                <a:ext uri="{FF2B5EF4-FFF2-40B4-BE49-F238E27FC236}">
                                  <a16:creationId xmlns:a16="http://schemas.microsoft.com/office/drawing/2014/main" id="{C9E671FE-B128-5B3B-DB3B-6F44B9F6689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32" name="Group 31">
                                <a:extLst>
                                  <a:ext uri="{FF2B5EF4-FFF2-40B4-BE49-F238E27FC236}">
                                    <a16:creationId xmlns:a16="http://schemas.microsoft.com/office/drawing/2014/main" id="{BE4AB984-3C64-963F-DF2A-BFD78812333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34" name="Group 33">
                                  <a:extLst>
                                    <a:ext uri="{FF2B5EF4-FFF2-40B4-BE49-F238E27FC236}">
                                      <a16:creationId xmlns:a16="http://schemas.microsoft.com/office/drawing/2014/main" id="{80B28A94-3F7F-F078-8DB3-4993E9961BD9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36" name="Group 35">
                                    <a:extLst>
                                      <a:ext uri="{FF2B5EF4-FFF2-40B4-BE49-F238E27FC236}">
                                        <a16:creationId xmlns:a16="http://schemas.microsoft.com/office/drawing/2014/main" id="{65C08156-46AB-849C-4E6B-1E5DF392D73B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38" name="Group 37">
                                      <a:extLst>
                                        <a:ext uri="{FF2B5EF4-FFF2-40B4-BE49-F238E27FC236}">
                                          <a16:creationId xmlns:a16="http://schemas.microsoft.com/office/drawing/2014/main" id="{EFD5F9A0-10F1-D1AC-9633-512261E26E7E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40" name="Group 39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03EABD50-33EE-E25E-C6E3-3D095CAEDDA3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43" name="Group 4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11FE6304-5CCA-F104-1A22-0AD5258E601F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sp>
                                        <p:nvSpPr>
                                          <p:cNvPr id="78" name="Oval 7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5EAB61A4-5714-94DE-482C-DD3BBE0A85D2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74168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4"/>
                                          </a:lnRef>
                                          <a:fillRef idx="2">
                                            <a:schemeClr val="accent4"/>
                                          </a:fillRef>
                                          <a:effectRef idx="1">
                                            <a:schemeClr val="accent4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s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79" name="Oval 7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C34A0EC7-B880-7D48-631D-B65AB28AEDDD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292608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2"/>
                                          </a:lnRef>
                                          <a:fillRef idx="2">
                                            <a:schemeClr val="accent2"/>
                                          </a:fillRef>
                                          <a:effectRef idx="1">
                                            <a:schemeClr val="accent2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1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80" name="Oval 7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4D40B7EB-1821-1C99-57FB-49352CF3759F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68580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2"/>
                                          </a:lnRef>
                                          <a:fillRef idx="2">
                                            <a:schemeClr val="accent2"/>
                                          </a:fillRef>
                                          <a:effectRef idx="1">
                                            <a:schemeClr val="accent2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3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82" name="Oval 81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D72E7A8-5D1C-F9F4-9DF9-4BBCA28505C6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487172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2"/>
                                          </a:lnRef>
                                          <a:fillRef idx="2">
                                            <a:schemeClr val="accent2"/>
                                          </a:fillRef>
                                          <a:effectRef idx="1">
                                            <a:schemeClr val="accent2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2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83" name="Oval 82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370897A-7994-96B3-C7E7-E7C4085A5417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2"/>
                                          </a:lnRef>
                                          <a:fillRef idx="2">
                                            <a:schemeClr val="accent2"/>
                                          </a:fillRef>
                                          <a:effectRef idx="1">
                                            <a:schemeClr val="accent2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6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85" name="Oval 84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B8F7304-7F1C-6D89-86D8-DAA9B8355CDB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802640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2"/>
                                          </a:lnRef>
                                          <a:fillRef idx="2">
                                            <a:schemeClr val="accent2"/>
                                          </a:fillRef>
                                          <a:effectRef idx="1">
                                            <a:schemeClr val="accent2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4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86" name="Oval 85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8C905730-845F-3E4A-BF8A-879D9CDEF3FA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0440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2"/>
                                          </a:lnRef>
                                          <a:fillRef idx="2">
                                            <a:schemeClr val="accent2"/>
                                          </a:fillRef>
                                          <a:effectRef idx="1">
                                            <a:schemeClr val="accent2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t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</p:grpSp>
                                    <p:cxnSp>
                                      <p:nvCxnSpPr>
                                        <p:cNvPr id="44" name="Straight Arrow Connector 43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C23CB245-6A51-3BA1-FB15-B591E70629DE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79" idx="2"/>
                                          <a:endCxn id="78" idx="6"/>
                                        </p:cNvCxnSpPr>
                                        <p:nvPr/>
                                      </p:nvCxnSpPr>
                                      <p:spPr>
                                        <a:xfrm flipH="1">
                                          <a:off x="1442720" y="3291839"/>
                                          <a:ext cx="1483359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45" name="Straight Arrow Connector 4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6E8025D-94DE-ABF7-DC8F-86CE63BBEBBE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80" idx="3"/>
                                          <a:endCxn id="79" idx="7"/>
                                        </p:cNvCxnSpPr>
                                        <p:nvPr/>
                                      </p:nvCxnSpPr>
                                      <p:spPr>
                                        <a:xfrm flipH="1">
                                          <a:off x="3524454" y="1249486"/>
                                          <a:ext cx="1820770" cy="180886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46" name="Straight Arrow Connector 45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668BE5C7-31D1-F061-8F80-3EFAA162BDB0}"/>
                                            </a:ext>
                                          </a:extLst>
                                        </p:cNvPr>
                                        <p:cNvCxnSpPr>
                                          <a:stCxn id="80" idx="4"/>
                                          <a:endCxn id="83" idx="0"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5593080" y="1346200"/>
                                          <a:ext cx="0" cy="161544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47" name="Straight Arrow Connector 4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0DA7FDE-2EA0-5FE2-10E8-ABECCA208031}"/>
                                            </a:ext>
                                          </a:extLst>
                                        </p:cNvPr>
                                        <p:cNvCxnSpPr>
                                          <a:stCxn id="82" idx="0"/>
                                          <a:endCxn id="83" idx="4"/>
                                        </p:cNvCxnSpPr>
                                        <p:nvPr/>
                                      </p:nvCxnSpPr>
                                      <p:spPr>
                                        <a:xfrm flipV="1">
                                          <a:off x="5593080" y="3622040"/>
                                          <a:ext cx="0" cy="124968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48" name="Straight Arrow Connector 4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F7D8EEA6-2A06-E2F5-0EAC-DD8FBA9ACDCD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491844" y="3578497"/>
                                          <a:ext cx="1820770" cy="144310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49" name="Straight Arrow Connector 4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41E4BDE-28D9-4AB8-296C-79059CF34F1A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85" idx="1"/>
                                          <a:endCxn id="80" idx="5"/>
                                        </p:cNvCxnSpPr>
                                        <p:nvPr/>
                                      </p:nvCxnSpPr>
                                      <p:spPr>
                                        <a:xfrm flipH="1" flipV="1">
                                          <a:off x="5840934" y="1249486"/>
                                          <a:ext cx="2288131" cy="180886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75" name="Straight Arrow Connector 7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BDF765EC-CC4B-148B-2DE5-089C93FD10F2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 flipV="1">
                                          <a:off x="5919741" y="3603843"/>
                                          <a:ext cx="2288131" cy="144310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76" name="Straight Arrow Connector 75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7CDB9D4-C077-E9C0-3DEA-A0F02466906E}"/>
                                            </a:ext>
                                          </a:extLst>
                                        </p:cNvPr>
                                        <p:cNvCxnSpPr>
                                          <a:stCxn id="83" idx="6"/>
                                          <a:endCxn id="85" idx="2"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5943600" y="3291840"/>
                                          <a:ext cx="2082800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77" name="Straight Arrow Connector 7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33258A37-1071-BA0F-5E31-05B8F1029DE2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8727440" y="3380171"/>
                                          <a:ext cx="1076960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</p:grpSp>
                                  <p:sp>
                                    <p:nvSpPr>
                                      <p:cNvPr id="41" name="TextBox 40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3A011E7D-13D2-949A-6237-5659FB4D90CD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811213" y="2906426"/>
                                        <a:ext cx="872695" cy="356767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sz="1400" b="1" dirty="0"/>
                                          <a:t>(10, -1)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39" name="TextBox 38">
                                      <a:extLst>
                                        <a:ext uri="{FF2B5EF4-FFF2-40B4-BE49-F238E27FC236}">
                                          <a16:creationId xmlns:a16="http://schemas.microsoft.com/office/drawing/2014/main" id="{D2CFFFA4-8D09-FA58-57EF-FDACD56FFD93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3670061" y="4161960"/>
                                      <a:ext cx="701041" cy="35676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sz="1400" b="1" dirty="0"/>
                                        <a:t>(5, 1)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37" name="TextBox 36">
                                    <a:extLst>
                                      <a:ext uri="{FF2B5EF4-FFF2-40B4-BE49-F238E27FC236}">
                                        <a16:creationId xmlns:a16="http://schemas.microsoft.com/office/drawing/2014/main" id="{59F35506-D21C-3DB5-3EAE-1FC07E3FFE0D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3942964" y="1677399"/>
                                    <a:ext cx="938735" cy="35676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400" b="1" dirty="0"/>
                                      <a:t>(5, -1)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35" name="TextBox 34">
                                  <a:extLst>
                                    <a:ext uri="{FF2B5EF4-FFF2-40B4-BE49-F238E27FC236}">
                                      <a16:creationId xmlns:a16="http://schemas.microsoft.com/office/drawing/2014/main" id="{426F8E50-6B05-3BF4-3A70-E19A33CB85DE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4899548" y="2443867"/>
                                  <a:ext cx="844193" cy="35676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sz="1400" b="1" dirty="0"/>
                                    <a:t>(10, 1)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33" name="TextBox 32">
                                <a:extLst>
                                  <a:ext uri="{FF2B5EF4-FFF2-40B4-BE49-F238E27FC236}">
                                    <a16:creationId xmlns:a16="http://schemas.microsoft.com/office/drawing/2014/main" id="{9B04C14A-DBCE-596F-70FE-B5E17F27117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985001" y="1936287"/>
                                <a:ext cx="728824" cy="35676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400" b="1" dirty="0"/>
                                  <a:t>(5, -3)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31" name="TextBox 30">
                              <a:extLst>
                                <a:ext uri="{FF2B5EF4-FFF2-40B4-BE49-F238E27FC236}">
                                  <a16:creationId xmlns:a16="http://schemas.microsoft.com/office/drawing/2014/main" id="{CC7CA268-30C5-6FDD-4605-EE83C2FCCEC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29680" y="3259723"/>
                              <a:ext cx="1137921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(10, 1)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29" name="TextBox 28">
                            <a:extLst>
                              <a:ext uri="{FF2B5EF4-FFF2-40B4-BE49-F238E27FC236}">
                                <a16:creationId xmlns:a16="http://schemas.microsoft.com/office/drawing/2014/main" id="{A647EA13-E123-ADDB-BADB-D8D41E9003E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911271" y="3833803"/>
                            <a:ext cx="832470" cy="3567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(10, 1)</a:t>
                            </a:r>
                          </a:p>
                        </p:txBody>
                      </p:sp>
                    </p:grpSp>
                    <p:sp>
                      <p:nvSpPr>
                        <p:cNvPr id="25" name="TextBox 24">
                          <a:extLst>
                            <a:ext uri="{FF2B5EF4-FFF2-40B4-BE49-F238E27FC236}">
                              <a16:creationId xmlns:a16="http://schemas.microsoft.com/office/drawing/2014/main" id="{B2DEC953-9B1E-8ECC-4DDD-6B88866A04C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995009" y="4276323"/>
                          <a:ext cx="834844" cy="3567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(2, 4)</a:t>
                          </a:r>
                        </a:p>
                      </p:txBody>
                    </p:sp>
                  </p:grpSp>
                  <p:sp>
                    <p:nvSpPr>
                      <p:cNvPr id="21" name="TextBox 20">
                        <a:extLst>
                          <a:ext uri="{FF2B5EF4-FFF2-40B4-BE49-F238E27FC236}">
                            <a16:creationId xmlns:a16="http://schemas.microsoft.com/office/drawing/2014/main" id="{4765C601-5AF4-BE40-BA15-98B159719E70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34311" y="3380171"/>
                        <a:ext cx="701040" cy="3567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(5, 1)</a:t>
                        </a:r>
                      </a:p>
                    </p:txBody>
                  </p:sp>
                </p:grp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95B45735-D039-6449-5414-CB49229FF6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25332" y="4222533"/>
                      <a:ext cx="64778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(5, -1)</a:t>
                      </a:r>
                    </a:p>
                  </p:txBody>
                </p:sp>
              </p:grpSp>
            </p:grpSp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E962704F-8C71-C1F5-0D4C-0933D35765E3}"/>
                    </a:ext>
                  </a:extLst>
                </p:cNvPr>
                <p:cNvCxnSpPr>
                  <a:cxnSpLocks/>
                  <a:stCxn id="85" idx="3"/>
                  <a:endCxn id="82" idx="7"/>
                </p:cNvCxnSpPr>
                <p:nvPr/>
              </p:nvCxnSpPr>
              <p:spPr>
                <a:xfrm flipH="1">
                  <a:off x="5198791" y="4197132"/>
                  <a:ext cx="1966697" cy="1244945"/>
                </a:xfrm>
                <a:prstGeom prst="straightConnector1">
                  <a:avLst/>
                </a:prstGeom>
                <a:ln>
                  <a:tailEnd type="triangle"/>
                </a:ln>
                <a:effectLst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143858-BDAC-2C33-E51F-9D22CC4689D2}"/>
                  </a:ext>
                </a:extLst>
              </p:cNvPr>
              <p:cNvSpPr txBox="1"/>
              <p:nvPr/>
            </p:nvSpPr>
            <p:spPr>
              <a:xfrm>
                <a:off x="5496500" y="4642501"/>
                <a:ext cx="7175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(5, -4)</a:t>
                </a:r>
              </a:p>
            </p:txBody>
          </p:sp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94CE9B5-79EC-9B21-79E7-4540673A2688}"/>
                </a:ext>
              </a:extLst>
            </p:cNvPr>
            <p:cNvCxnSpPr>
              <a:cxnSpLocks/>
              <a:endCxn id="85" idx="6"/>
            </p:cNvCxnSpPr>
            <p:nvPr/>
          </p:nvCxnSpPr>
          <p:spPr>
            <a:xfrm flipH="1">
              <a:off x="7899938" y="4046507"/>
              <a:ext cx="925670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3539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5AB7F-79CE-9BB6-6AA8-F6CAD6CE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40A94E-3BC8-A763-247C-64EFB0943F4A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4: detect negative cycle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90B7ED7-6A52-E7E6-16C1-32647C1F3166}"/>
              </a:ext>
            </a:extLst>
          </p:cNvPr>
          <p:cNvSpPr txBox="1"/>
          <p:nvPr/>
        </p:nvSpPr>
        <p:spPr>
          <a:xfrm>
            <a:off x="8006739" y="3809067"/>
            <a:ext cx="8532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(10, -1)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6D576B-5370-B23C-46C1-8A8392E48C12}"/>
              </a:ext>
            </a:extLst>
          </p:cNvPr>
          <p:cNvGrpSpPr/>
          <p:nvPr/>
        </p:nvGrpSpPr>
        <p:grpSpPr>
          <a:xfrm>
            <a:off x="1036007" y="1798320"/>
            <a:ext cx="8392160" cy="4180840"/>
            <a:chOff x="1036007" y="1798320"/>
            <a:chExt cx="8392160" cy="418084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6AA2DA6-9E45-14FE-014B-05E1C9BF7F33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815873" y="1747520"/>
              <a:chExt cx="8392160" cy="4180840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D79939B-69AF-3BFD-95DD-E5C47045A721}"/>
                  </a:ext>
                </a:extLst>
              </p:cNvPr>
              <p:cNvGrpSpPr/>
              <p:nvPr/>
            </p:nvGrpSpPr>
            <p:grpSpPr>
              <a:xfrm>
                <a:off x="815873" y="1747520"/>
                <a:ext cx="8392160" cy="4180840"/>
                <a:chOff x="815873" y="1747520"/>
                <a:chExt cx="8392160" cy="4180840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2872AF38-0E06-C8AC-0981-7EB45C7E0D9B}"/>
                    </a:ext>
                  </a:extLst>
                </p:cNvPr>
                <p:cNvGrpSpPr/>
                <p:nvPr/>
              </p:nvGrpSpPr>
              <p:grpSpPr>
                <a:xfrm>
                  <a:off x="815873" y="1747520"/>
                  <a:ext cx="8392160" cy="4180840"/>
                  <a:chOff x="873760" y="1747520"/>
                  <a:chExt cx="8392160" cy="4180840"/>
                </a:xfrm>
              </p:grpSpPr>
              <p:cxnSp>
                <p:nvCxnSpPr>
                  <p:cNvPr id="24" name="Straight Arrow Connector 23">
                    <a:extLst>
                      <a:ext uri="{FF2B5EF4-FFF2-40B4-BE49-F238E27FC236}">
                        <a16:creationId xmlns:a16="http://schemas.microsoft.com/office/drawing/2014/main" id="{B8593CB9-3F09-243E-025A-F537FDD9AC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3309724" y="4159569"/>
                    <a:ext cx="1564991" cy="1244945"/>
                  </a:xfrm>
                  <a:prstGeom prst="straightConnector1">
                    <a:avLst/>
                  </a:prstGeom>
                  <a:ln>
                    <a:tailEnd type="triangle"/>
                  </a:ln>
                  <a:effectLst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D4152C23-8604-D486-690F-6DF5BFDDFB6F}"/>
                      </a:ext>
                    </a:extLst>
                  </p:cNvPr>
                  <p:cNvGrpSpPr/>
                  <p:nvPr/>
                </p:nvGrpSpPr>
                <p:grpSpPr>
                  <a:xfrm>
                    <a:off x="873760" y="1747520"/>
                    <a:ext cx="8392160" cy="4180840"/>
                    <a:chOff x="873760" y="1747520"/>
                    <a:chExt cx="8392160" cy="4180840"/>
                  </a:xfrm>
                </p:grpSpPr>
                <p:grpSp>
                  <p:nvGrpSpPr>
                    <p:cNvPr id="28" name="Group 27">
                      <a:extLst>
                        <a:ext uri="{FF2B5EF4-FFF2-40B4-BE49-F238E27FC236}">
                          <a16:creationId xmlns:a16="http://schemas.microsoft.com/office/drawing/2014/main" id="{E149759F-9C72-5071-53E2-64AD220F95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3760" y="1747520"/>
                      <a:ext cx="8392160" cy="4180840"/>
                      <a:chOff x="741680" y="685800"/>
                      <a:chExt cx="9763760" cy="4846320"/>
                    </a:xfrm>
                  </p:grpSpPr>
                  <p:grpSp>
                    <p:nvGrpSpPr>
                      <p:cNvPr id="50" name="Group 49">
                        <a:extLst>
                          <a:ext uri="{FF2B5EF4-FFF2-40B4-BE49-F238E27FC236}">
                            <a16:creationId xmlns:a16="http://schemas.microsoft.com/office/drawing/2014/main" id="{B5CE76BC-57AD-4741-8E7F-23A6E26CCAE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1680" y="685800"/>
                        <a:ext cx="9763760" cy="4846320"/>
                        <a:chOff x="741680" y="685800"/>
                        <a:chExt cx="9763760" cy="4846320"/>
                      </a:xfrm>
                    </p:grpSpPr>
                    <p:grpSp>
                      <p:nvGrpSpPr>
                        <p:cNvPr id="52" name="Group 51">
                          <a:extLst>
                            <a:ext uri="{FF2B5EF4-FFF2-40B4-BE49-F238E27FC236}">
                              <a16:creationId xmlns:a16="http://schemas.microsoft.com/office/drawing/2014/main" id="{B1629CE9-B976-1DE1-0778-3400C9ED31D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1680" y="685800"/>
                          <a:ext cx="9763760" cy="4846320"/>
                          <a:chOff x="741680" y="685800"/>
                          <a:chExt cx="9763760" cy="4846320"/>
                        </a:xfrm>
                      </p:grpSpPr>
                      <p:grpSp>
                        <p:nvGrpSpPr>
                          <p:cNvPr id="54" name="Group 53">
                            <a:extLst>
                              <a:ext uri="{FF2B5EF4-FFF2-40B4-BE49-F238E27FC236}">
                                <a16:creationId xmlns:a16="http://schemas.microsoft.com/office/drawing/2014/main" id="{089B4D6D-38D0-4B7F-106B-FF7E31040CE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1680" y="685800"/>
                            <a:ext cx="9763760" cy="484632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56" name="Group 55">
                              <a:extLst>
                                <a:ext uri="{FF2B5EF4-FFF2-40B4-BE49-F238E27FC236}">
                                  <a16:creationId xmlns:a16="http://schemas.microsoft.com/office/drawing/2014/main" id="{E46FD123-A179-736E-EC1E-EA3437CEC18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58" name="Group 57">
                                <a:extLst>
                                  <a:ext uri="{FF2B5EF4-FFF2-40B4-BE49-F238E27FC236}">
                                    <a16:creationId xmlns:a16="http://schemas.microsoft.com/office/drawing/2014/main" id="{6A7A0F9A-1B57-C249-157B-F2FFBEA16C88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60" name="Group 59">
                                  <a:extLst>
                                    <a:ext uri="{FF2B5EF4-FFF2-40B4-BE49-F238E27FC236}">
                                      <a16:creationId xmlns:a16="http://schemas.microsoft.com/office/drawing/2014/main" id="{8D2E4347-BC9C-DD90-BC69-AF89F0787ECF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62" name="Group 61">
                                    <a:extLst>
                                      <a:ext uri="{FF2B5EF4-FFF2-40B4-BE49-F238E27FC236}">
                                        <a16:creationId xmlns:a16="http://schemas.microsoft.com/office/drawing/2014/main" id="{B892C065-E4E4-FA79-7A87-776DBEBB9B7C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64" name="Group 63">
                                      <a:extLst>
                                        <a:ext uri="{FF2B5EF4-FFF2-40B4-BE49-F238E27FC236}">
                                          <a16:creationId xmlns:a16="http://schemas.microsoft.com/office/drawing/2014/main" id="{71F65A0A-FF66-F728-D6C7-D4BEEE13ACAB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66" name="Group 6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8F45E686-3334-107B-1ADA-5EB566D92FBF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68" name="Group 6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FBDB1C69-95F3-F06D-FACA-67832E6CE86C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sp>
                                        <p:nvSpPr>
                                          <p:cNvPr id="88" name="Oval 8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6452D6FD-AAA0-5F91-7721-418767F195E7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74168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6"/>
                                          </a:lnRef>
                                          <a:fillRef idx="2">
                                            <a:schemeClr val="accent6"/>
                                          </a:fillRef>
                                          <a:effectRef idx="1">
                                            <a:schemeClr val="accent6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s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89" name="Oval 8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66AE66C9-C1DC-E7DB-C2CF-2E7221789AA0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292608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1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90" name="Oval 8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8700887E-AAC3-24AE-FD0E-C498302DB61E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68580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3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91" name="Oval 90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98B0D2F3-480E-C720-C666-6E68AE7A9962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487172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2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92" name="Oval 91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466C9D00-F485-C3B2-1024-8DB172AE84E5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524256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6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93" name="Oval 92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EE850B27-2C23-3E68-73A6-D90351B46369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802640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5"/>
                                          </a:lnRef>
                                          <a:fillRef idx="2">
                                            <a:schemeClr val="accent5"/>
                                          </a:fillRef>
                                          <a:effectRef idx="1">
                                            <a:schemeClr val="accent5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4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94" name="Oval 93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A75CEC61-5912-1B78-6E7F-6E27B6D87B03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9804400" y="2961640"/>
                                            <a:ext cx="701040" cy="660400"/>
                                          </a:xfrm>
                                          <a:prstGeom prst="ellipse">
                                            <a:avLst/>
                                          </a:prstGeom>
                                        </p:spPr>
                                        <p:style>
                                          <a:lnRef idx="1">
                                            <a:schemeClr val="accent6"/>
                                          </a:lnRef>
                                          <a:fillRef idx="2">
                                            <a:schemeClr val="accent6"/>
                                          </a:fillRef>
                                          <a:effectRef idx="1">
                                            <a:schemeClr val="accent6"/>
                                          </a:effectRef>
                                          <a:fontRef idx="minor">
                                            <a:schemeClr val="dk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r>
                                              <a:rPr lang="en-US" sz="2800" b="1" dirty="0"/>
                                              <a:t>t</a:t>
                                            </a:r>
                                            <a:endParaRPr lang="en-US" b="1" dirty="0"/>
                                          </a:p>
                                        </p:txBody>
                                      </p:sp>
                                    </p:grpSp>
                                    <p:cxnSp>
                                      <p:nvCxnSpPr>
                                        <p:cNvPr id="69" name="Straight Arrow Connector 6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24C4EC9B-E064-C459-BA5F-C5709881E749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89" idx="2"/>
                                          <a:endCxn id="88" idx="6"/>
                                        </p:cNvCxnSpPr>
                                        <p:nvPr/>
                                      </p:nvCxnSpPr>
                                      <p:spPr>
                                        <a:xfrm flipH="1">
                                          <a:off x="1442720" y="3291839"/>
                                          <a:ext cx="1483359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70" name="Straight Arrow Connector 6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F43BBD01-0C24-73B8-EF5A-198174D07D23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90" idx="3"/>
                                          <a:endCxn id="89" idx="7"/>
                                        </p:cNvCxnSpPr>
                                        <p:nvPr/>
                                      </p:nvCxnSpPr>
                                      <p:spPr>
                                        <a:xfrm flipH="1">
                                          <a:off x="3524454" y="1249486"/>
                                          <a:ext cx="1820770" cy="180886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71" name="Straight Arrow Connector 7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FBFB6DE-356A-8A17-5583-856656371144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90" idx="4"/>
                                          <a:endCxn id="92" idx="0"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5593080" y="1346200"/>
                                          <a:ext cx="0" cy="161544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72" name="Straight Arrow Connector 71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7AB24514-1CFC-BB8B-C30A-662EFFFECB32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91" idx="0"/>
                                          <a:endCxn id="92" idx="4"/>
                                        </p:cNvCxnSpPr>
                                        <p:nvPr/>
                                      </p:nvCxnSpPr>
                                      <p:spPr>
                                        <a:xfrm flipV="1">
                                          <a:off x="5593080" y="3622040"/>
                                          <a:ext cx="0" cy="124968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 w="9525" cap="flat" cmpd="sng" algn="ctr">
                                          <a:solidFill>
                                            <a:schemeClr val="accent2"/>
                                          </a:solidFill>
                                          <a:prstDash val="solid"/>
                                          <a:round/>
                                          <a:headEnd type="none" w="med" len="med"/>
                                          <a:tailEnd type="arrow" w="med" len="med"/>
                                        </a:ln>
                                        <a:effectLst>
                                          <a:glow rad="63500">
                                            <a:schemeClr val="accent2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</p:spPr>
                                      <p:style>
                                        <a:lnRef idx="0">
                                          <a:scrgbClr r="0" g="0" b="0"/>
                                        </a:lnRef>
                                        <a:fillRef idx="0">
                                          <a:scrgbClr r="0" g="0" b="0"/>
                                        </a:fillRef>
                                        <a:effectRef idx="0">
                                          <a:scrgbClr r="0" g="0" b="0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73" name="Straight Arrow Connector 7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62506CDC-31F3-22B0-1D4A-60206E525ED6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491844" y="3578497"/>
                                          <a:ext cx="1820770" cy="144310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74" name="Straight Arrow Connector 73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E8DCAE8-E9E9-D1FD-BAAF-E81A5C715648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93" idx="1"/>
                                          <a:endCxn id="90" idx="5"/>
                                        </p:cNvCxnSpPr>
                                        <p:nvPr/>
                                      </p:nvCxnSpPr>
                                      <p:spPr>
                                        <a:xfrm flipH="1" flipV="1">
                                          <a:off x="5840934" y="1249486"/>
                                          <a:ext cx="2288131" cy="180886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81" name="Straight Arrow Connector 8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3A45846-90A6-282C-D079-DA0B26AA9F7E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 flipV="1">
                                          <a:off x="5919741" y="3603843"/>
                                          <a:ext cx="2288131" cy="1443106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84" name="Straight Arrow Connector 83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ED6F9380-00F2-5A1E-E326-5E48EAC22F37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  <a:stCxn id="92" idx="6"/>
                                          <a:endCxn id="93" idx="2"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5943600" y="3291840"/>
                                          <a:ext cx="2082800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 w="9525" cap="flat" cmpd="sng" algn="ctr">
                                          <a:solidFill>
                                            <a:schemeClr val="accent2"/>
                                          </a:solidFill>
                                          <a:prstDash val="solid"/>
                                          <a:round/>
                                          <a:headEnd type="none" w="med" len="med"/>
                                          <a:tailEnd type="arrow" w="med" len="med"/>
                                        </a:ln>
                                        <a:effectLst>
                                          <a:glow rad="63500">
                                            <a:schemeClr val="accent2">
                                              <a:satMod val="175000"/>
                                              <a:alpha val="40000"/>
                                            </a:schemeClr>
                                          </a:glow>
                                        </a:effectLst>
                                      </p:spPr>
                                      <p:style>
                                        <a:lnRef idx="0">
                                          <a:scrgbClr r="0" g="0" b="0"/>
                                        </a:lnRef>
                                        <a:fillRef idx="0">
                                          <a:scrgbClr r="0" g="0" b="0"/>
                                        </a:fillRef>
                                        <a:effectRef idx="0">
                                          <a:scrgbClr r="0" g="0" b="0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cxnSp>
                                      <p:nvCxnSpPr>
                                        <p:cNvPr id="87" name="Straight Arrow Connector 8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E0E0E0ED-EDE6-1812-DFC4-9B7794ABAEC5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8727440" y="3380171"/>
                                          <a:ext cx="1076960" cy="0"/>
                                        </a:xfrm>
                                        <a:prstGeom prst="straightConnector1">
                                          <a:avLst/>
                                        </a:prstGeom>
                                        <a:ln>
                                          <a:tailEnd type="triangle"/>
                                        </a:ln>
                                        <a:effectLst/>
                                      </p:spPr>
                                      <p:style>
                                        <a:lnRef idx="1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</p:grpSp>
                                  <p:sp>
                                    <p:nvSpPr>
                                      <p:cNvPr id="67" name="TextBox 66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6C76A9E0-C20F-3BE3-F52E-62DB9BDBD071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811213" y="2906426"/>
                                        <a:ext cx="872695" cy="356767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sz="1400" b="1" dirty="0"/>
                                          <a:t>(10, -1)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65" name="TextBox 64">
                                      <a:extLst>
                                        <a:ext uri="{FF2B5EF4-FFF2-40B4-BE49-F238E27FC236}">
                                          <a16:creationId xmlns:a16="http://schemas.microsoft.com/office/drawing/2014/main" id="{ACAE9E7C-ABE9-90A7-298F-6B4FB250F9E3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3670061" y="4161960"/>
                                      <a:ext cx="701041" cy="35676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sz="1400" b="1" dirty="0"/>
                                        <a:t>(5, 1)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63" name="TextBox 62">
                                    <a:extLst>
                                      <a:ext uri="{FF2B5EF4-FFF2-40B4-BE49-F238E27FC236}">
                                        <a16:creationId xmlns:a16="http://schemas.microsoft.com/office/drawing/2014/main" id="{9577A18B-563C-1CCE-F6AF-0BA4550E261E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3942964" y="1677399"/>
                                    <a:ext cx="938735" cy="35676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400" b="1" dirty="0"/>
                                      <a:t>(5, -1)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61" name="TextBox 60">
                                  <a:extLst>
                                    <a:ext uri="{FF2B5EF4-FFF2-40B4-BE49-F238E27FC236}">
                                      <a16:creationId xmlns:a16="http://schemas.microsoft.com/office/drawing/2014/main" id="{9D23219E-8F05-3958-815E-9E4EDBF5939D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4899548" y="2443867"/>
                                  <a:ext cx="844193" cy="35676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sz="1400" b="1" dirty="0"/>
                                    <a:t>(10, 1)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59" name="TextBox 58">
                                <a:extLst>
                                  <a:ext uri="{FF2B5EF4-FFF2-40B4-BE49-F238E27FC236}">
                                    <a16:creationId xmlns:a16="http://schemas.microsoft.com/office/drawing/2014/main" id="{4B319781-3556-E54A-886B-13C93DC2B8A1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985001" y="1936287"/>
                                <a:ext cx="728824" cy="35676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400" b="1" dirty="0"/>
                                  <a:t>(5, -3)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57" name="TextBox 56">
                              <a:extLst>
                                <a:ext uri="{FF2B5EF4-FFF2-40B4-BE49-F238E27FC236}">
                                  <a16:creationId xmlns:a16="http://schemas.microsoft.com/office/drawing/2014/main" id="{FF365DE7-B052-3E95-E71F-857B7665280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6329680" y="3259723"/>
                              <a:ext cx="1137921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(10, </a:t>
                              </a:r>
                              <a:r>
                                <a:rPr lang="en-US" sz="1400" b="1" dirty="0">
                                  <a:solidFill>
                                    <a:srgbClr val="C00000"/>
                                  </a:solidFill>
                                </a:rPr>
                                <a:t>1</a:t>
                              </a:r>
                              <a:r>
                                <a:rPr lang="en-US" sz="1400" b="1" dirty="0"/>
                                <a:t>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5" name="TextBox 54">
                            <a:extLst>
                              <a:ext uri="{FF2B5EF4-FFF2-40B4-BE49-F238E27FC236}">
                                <a16:creationId xmlns:a16="http://schemas.microsoft.com/office/drawing/2014/main" id="{72C509E9-D078-CA29-965A-B02BEDF5F94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911271" y="3833803"/>
                            <a:ext cx="832470" cy="3567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(10, </a:t>
                            </a:r>
                            <a:r>
                              <a:rPr lang="en-US" sz="1400" b="1" dirty="0">
                                <a:solidFill>
                                  <a:srgbClr val="C00000"/>
                                </a:solidFill>
                              </a:rPr>
                              <a:t>1</a:t>
                            </a:r>
                            <a:r>
                              <a:rPr lang="en-US" sz="1400" b="1" dirty="0"/>
                              <a:t>)</a:t>
                            </a:r>
                          </a:p>
                        </p:txBody>
                      </p:sp>
                    </p:grpSp>
                    <p:sp>
                      <p:nvSpPr>
                        <p:cNvPr id="53" name="TextBox 52">
                          <a:extLst>
                            <a:ext uri="{FF2B5EF4-FFF2-40B4-BE49-F238E27FC236}">
                              <a16:creationId xmlns:a16="http://schemas.microsoft.com/office/drawing/2014/main" id="{4ACAE9E5-943F-5496-DE59-29D176BE37E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995009" y="4276323"/>
                          <a:ext cx="834844" cy="3567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(2, 4)</a:t>
                          </a:r>
                        </a:p>
                      </p:txBody>
                    </p:sp>
                  </p:grpSp>
                  <p:sp>
                    <p:nvSpPr>
                      <p:cNvPr id="51" name="TextBox 50">
                        <a:extLst>
                          <a:ext uri="{FF2B5EF4-FFF2-40B4-BE49-F238E27FC236}">
                            <a16:creationId xmlns:a16="http://schemas.microsoft.com/office/drawing/2014/main" id="{3E8FEC94-9C33-C4E5-D90C-E26ADD4D26B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34311" y="3380171"/>
                        <a:ext cx="701040" cy="3567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(5, 1)</a:t>
                        </a:r>
                      </a:p>
                    </p:txBody>
                  </p:sp>
                </p:grpSp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368E1FDF-FF6C-EE96-28E4-D0D685503E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25332" y="4222533"/>
                      <a:ext cx="647789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(5, -1)</a:t>
                      </a:r>
                    </a:p>
                  </p:txBody>
                </p:sp>
              </p:grpSp>
            </p:grp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38BC2849-76EC-07B6-56A1-CC45A699E226}"/>
                    </a:ext>
                  </a:extLst>
                </p:cNvPr>
                <p:cNvCxnSpPr>
                  <a:cxnSpLocks/>
                  <a:stCxn id="93" idx="3"/>
                  <a:endCxn id="91" idx="7"/>
                </p:cNvCxnSpPr>
                <p:nvPr/>
              </p:nvCxnSpPr>
              <p:spPr>
                <a:xfrm flipH="1">
                  <a:off x="5198791" y="4197132"/>
                  <a:ext cx="1966697" cy="1244945"/>
                </a:xfrm>
                <a:prstGeom prst="straightConnector1">
                  <a:avLst/>
                </a:prstGeom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16A4EA-2695-52F1-B2F1-3E0710E44563}"/>
                  </a:ext>
                </a:extLst>
              </p:cNvPr>
              <p:cNvSpPr txBox="1"/>
              <p:nvPr/>
            </p:nvSpPr>
            <p:spPr>
              <a:xfrm>
                <a:off x="5496500" y="4642501"/>
                <a:ext cx="71756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(5, </a:t>
                </a:r>
                <a:r>
                  <a:rPr lang="en-US" sz="1400" b="1" dirty="0">
                    <a:solidFill>
                      <a:srgbClr val="C00000"/>
                    </a:solidFill>
                  </a:rPr>
                  <a:t>-4</a:t>
                </a:r>
                <a:r>
                  <a:rPr lang="en-US" sz="1400" b="1" dirty="0"/>
                  <a:t>)</a:t>
                </a:r>
              </a:p>
            </p:txBody>
          </p:sp>
        </p:grp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3971E35-95BE-66C1-A4F9-6382669623ED}"/>
                </a:ext>
              </a:extLst>
            </p:cNvPr>
            <p:cNvCxnSpPr>
              <a:cxnSpLocks/>
              <a:endCxn id="93" idx="6"/>
            </p:cNvCxnSpPr>
            <p:nvPr/>
          </p:nvCxnSpPr>
          <p:spPr>
            <a:xfrm flipH="1">
              <a:off x="7899938" y="4046507"/>
              <a:ext cx="925670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1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054D-827E-205C-0E36-7DD12146E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19E589-EE7F-8C3C-BBAE-9FABF4737A63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5: augment flow in the negative cycle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F4D21C8-72FB-2FD8-0695-EC634FC4FBBF}"/>
              </a:ext>
            </a:extLst>
          </p:cNvPr>
          <p:cNvGrpSpPr/>
          <p:nvPr/>
        </p:nvGrpSpPr>
        <p:grpSpPr>
          <a:xfrm>
            <a:off x="1364648" y="1766770"/>
            <a:ext cx="8392160" cy="4180840"/>
            <a:chOff x="741680" y="685800"/>
            <a:chExt cx="9763760" cy="484632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540D915-CD96-7A1C-629E-3BD72A46B1D5}"/>
                </a:ext>
              </a:extLst>
            </p:cNvPr>
            <p:cNvGrpSpPr/>
            <p:nvPr/>
          </p:nvGrpSpPr>
          <p:grpSpPr>
            <a:xfrm>
              <a:off x="741680" y="685800"/>
              <a:ext cx="9763760" cy="4846320"/>
              <a:chOff x="741680" y="685800"/>
              <a:chExt cx="9763760" cy="4846320"/>
            </a:xfrm>
          </p:grpSpPr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B534C609-770C-7972-A9F2-AEFE45A6AE6B}"/>
                  </a:ext>
                </a:extLst>
              </p:cNvPr>
              <p:cNvGrpSpPr/>
              <p:nvPr/>
            </p:nvGrpSpPr>
            <p:grpSpPr>
              <a:xfrm>
                <a:off x="741680" y="685800"/>
                <a:ext cx="9763760" cy="4846320"/>
                <a:chOff x="741680" y="685800"/>
                <a:chExt cx="9763760" cy="4846320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0B882343-BAAB-56A2-8611-1B31E571D895}"/>
                    </a:ext>
                  </a:extLst>
                </p:cNvPr>
                <p:cNvGrpSpPr/>
                <p:nvPr/>
              </p:nvGrpSpPr>
              <p:grpSpPr>
                <a:xfrm>
                  <a:off x="741680" y="685800"/>
                  <a:ext cx="9763760" cy="4846320"/>
                  <a:chOff x="741680" y="685800"/>
                  <a:chExt cx="9763760" cy="4846320"/>
                </a:xfrm>
              </p:grpSpPr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1D947523-DE24-AB6E-8E00-262599BC831D}"/>
                      </a:ext>
                    </a:extLst>
                  </p:cNvPr>
                  <p:cNvGrpSpPr/>
                  <p:nvPr/>
                </p:nvGrpSpPr>
                <p:grpSpPr>
                  <a:xfrm>
                    <a:off x="741680" y="685800"/>
                    <a:ext cx="9763760" cy="4846320"/>
                    <a:chOff x="741680" y="685800"/>
                    <a:chExt cx="9763760" cy="4846320"/>
                  </a:xfrm>
                </p:grpSpPr>
                <p:grpSp>
                  <p:nvGrpSpPr>
                    <p:cNvPr id="86" name="Group 85">
                      <a:extLst>
                        <a:ext uri="{FF2B5EF4-FFF2-40B4-BE49-F238E27FC236}">
                          <a16:creationId xmlns:a16="http://schemas.microsoft.com/office/drawing/2014/main" id="{F16C1600-BD36-9C47-CAEF-EFB719B958C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1680" y="685800"/>
                      <a:ext cx="9763760" cy="4846320"/>
                      <a:chOff x="741680" y="685800"/>
                      <a:chExt cx="9763760" cy="4846320"/>
                    </a:xfrm>
                  </p:grpSpPr>
                  <p:grpSp>
                    <p:nvGrpSpPr>
                      <p:cNvPr id="96" name="Group 95">
                        <a:extLst>
                          <a:ext uri="{FF2B5EF4-FFF2-40B4-BE49-F238E27FC236}">
                            <a16:creationId xmlns:a16="http://schemas.microsoft.com/office/drawing/2014/main" id="{E0E51AD5-586B-55A4-890A-068026657DA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1680" y="685800"/>
                        <a:ext cx="9763760" cy="4846320"/>
                        <a:chOff x="741680" y="685800"/>
                        <a:chExt cx="9763760" cy="4846320"/>
                      </a:xfrm>
                    </p:grpSpPr>
                    <p:grpSp>
                      <p:nvGrpSpPr>
                        <p:cNvPr id="98" name="Group 97">
                          <a:extLst>
                            <a:ext uri="{FF2B5EF4-FFF2-40B4-BE49-F238E27FC236}">
                              <a16:creationId xmlns:a16="http://schemas.microsoft.com/office/drawing/2014/main" id="{9A72B03C-5C56-F6EB-76FC-BDA1D324B36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1680" y="685800"/>
                          <a:ext cx="9763760" cy="4846320"/>
                          <a:chOff x="741680" y="685800"/>
                          <a:chExt cx="9763760" cy="4846320"/>
                        </a:xfrm>
                      </p:grpSpPr>
                      <p:grpSp>
                        <p:nvGrpSpPr>
                          <p:cNvPr id="101" name="Group 100">
                            <a:extLst>
                              <a:ext uri="{FF2B5EF4-FFF2-40B4-BE49-F238E27FC236}">
                                <a16:creationId xmlns:a16="http://schemas.microsoft.com/office/drawing/2014/main" id="{123AF4F7-6A54-3C10-1605-93EAFB7046B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1680" y="685800"/>
                            <a:ext cx="9763760" cy="484632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103" name="Group 102">
                              <a:extLst>
                                <a:ext uri="{FF2B5EF4-FFF2-40B4-BE49-F238E27FC236}">
                                  <a16:creationId xmlns:a16="http://schemas.microsoft.com/office/drawing/2014/main" id="{65CF228E-2841-ADEF-4612-6488419CEBBD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105" name="Group 104">
                                <a:extLst>
                                  <a:ext uri="{FF2B5EF4-FFF2-40B4-BE49-F238E27FC236}">
                                    <a16:creationId xmlns:a16="http://schemas.microsoft.com/office/drawing/2014/main" id="{5530DD46-FED2-F22F-94B6-0484B5B806BE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sp>
                              <p:nvSpPr>
                                <p:cNvPr id="115" name="Oval 114">
                                  <a:extLst>
                                    <a:ext uri="{FF2B5EF4-FFF2-40B4-BE49-F238E27FC236}">
                                      <a16:creationId xmlns:a16="http://schemas.microsoft.com/office/drawing/2014/main" id="{EF439D98-552E-C9F1-7F41-5CE89F924E0D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4168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6"/>
                                </a:lnRef>
                                <a:fillRef idx="2">
                                  <a:schemeClr val="accent6"/>
                                </a:fillRef>
                                <a:effectRef idx="1">
                                  <a:schemeClr val="accent6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s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116" name="Oval 115">
                                  <a:extLst>
                                    <a:ext uri="{FF2B5EF4-FFF2-40B4-BE49-F238E27FC236}">
                                      <a16:creationId xmlns:a16="http://schemas.microsoft.com/office/drawing/2014/main" id="{49407DEF-0C23-C9DE-156C-EB9AFCD06B49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292608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1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117" name="Oval 116">
                                  <a:extLst>
                                    <a:ext uri="{FF2B5EF4-FFF2-40B4-BE49-F238E27FC236}">
                                      <a16:creationId xmlns:a16="http://schemas.microsoft.com/office/drawing/2014/main" id="{A6CC8876-9B72-4690-6CA2-9E98694024B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68580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3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118" name="Oval 117">
                                  <a:extLst>
                                    <a:ext uri="{FF2B5EF4-FFF2-40B4-BE49-F238E27FC236}">
                                      <a16:creationId xmlns:a16="http://schemas.microsoft.com/office/drawing/2014/main" id="{DDC0B00A-39AA-ACC4-C869-7DEFCEBE21C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487172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2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119" name="Oval 118">
                                  <a:extLst>
                                    <a:ext uri="{FF2B5EF4-FFF2-40B4-BE49-F238E27FC236}">
                                      <a16:creationId xmlns:a16="http://schemas.microsoft.com/office/drawing/2014/main" id="{5151B562-01AF-8F01-4D3B-80D9B60FBDDF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6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120" name="Oval 119">
                                  <a:extLst>
                                    <a:ext uri="{FF2B5EF4-FFF2-40B4-BE49-F238E27FC236}">
                                      <a16:creationId xmlns:a16="http://schemas.microsoft.com/office/drawing/2014/main" id="{D32F7A97-0CD5-17E0-BBA0-E810947B158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802640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4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121" name="Oval 120">
                                  <a:extLst>
                                    <a:ext uri="{FF2B5EF4-FFF2-40B4-BE49-F238E27FC236}">
                                      <a16:creationId xmlns:a16="http://schemas.microsoft.com/office/drawing/2014/main" id="{7380C813-A63B-BDD7-E528-4483D4F5AC4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80440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6"/>
                                </a:lnRef>
                                <a:fillRef idx="2">
                                  <a:schemeClr val="accent6"/>
                                </a:fillRef>
                                <a:effectRef idx="1">
                                  <a:schemeClr val="accent6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t</a:t>
                                  </a:r>
                                  <a:endParaRPr lang="en-US" b="1" dirty="0"/>
                                </a:p>
                              </p:txBody>
                            </p:sp>
                          </p:grpSp>
                          <p:cxnSp>
                            <p:nvCxnSpPr>
                              <p:cNvPr id="106" name="Straight Arrow Connector 105">
                                <a:extLst>
                                  <a:ext uri="{FF2B5EF4-FFF2-40B4-BE49-F238E27FC236}">
                                    <a16:creationId xmlns:a16="http://schemas.microsoft.com/office/drawing/2014/main" id="{959A44F7-5D8E-43AD-5456-BC1BF8D648FD}"/>
                                  </a:ext>
                                </a:extLst>
                              </p:cNvPr>
                              <p:cNvCxnSpPr>
                                <a:stCxn id="115" idx="6"/>
                                <a:endCxn id="116" idx="2"/>
                              </p:cNvCxnSpPr>
                              <p:nvPr/>
                            </p:nvCxnSpPr>
                            <p:spPr>
                              <a:xfrm>
                                <a:off x="1442720" y="3291840"/>
                                <a:ext cx="148336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07" name="Straight Arrow Connector 106">
                                <a:extLst>
                                  <a:ext uri="{FF2B5EF4-FFF2-40B4-BE49-F238E27FC236}">
                                    <a16:creationId xmlns:a16="http://schemas.microsoft.com/office/drawing/2014/main" id="{B99F2F78-0D11-6736-259E-18BD594CACEE}"/>
                                  </a:ext>
                                </a:extLst>
                              </p:cNvPr>
                              <p:cNvCxnSpPr>
                                <a:stCxn id="116" idx="7"/>
                                <a:endCxn id="117" idx="3"/>
                              </p:cNvCxnSpPr>
                              <p:nvPr/>
                            </p:nvCxnSpPr>
                            <p:spPr>
                              <a:xfrm flipV="1">
                                <a:off x="3524455" y="1249487"/>
                                <a:ext cx="1820770" cy="180886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08" name="Straight Arrow Connector 107">
                                <a:extLst>
                                  <a:ext uri="{FF2B5EF4-FFF2-40B4-BE49-F238E27FC236}">
                                    <a16:creationId xmlns:a16="http://schemas.microsoft.com/office/drawing/2014/main" id="{202336D3-C512-A2E8-3D08-351EE59B3D0C}"/>
                                  </a:ext>
                                </a:extLst>
                              </p:cNvPr>
                              <p:cNvCxnSpPr>
                                <a:stCxn id="117" idx="4"/>
                                <a:endCxn id="119" idx="0"/>
                              </p:cNvCxnSpPr>
                              <p:nvPr/>
                            </p:nvCxnSpPr>
                            <p:spPr>
                              <a:xfrm>
                                <a:off x="5593080" y="1346200"/>
                                <a:ext cx="0" cy="161544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09" name="Straight Arrow Connector 108">
                                <a:extLst>
                                  <a:ext uri="{FF2B5EF4-FFF2-40B4-BE49-F238E27FC236}">
                                    <a16:creationId xmlns:a16="http://schemas.microsoft.com/office/drawing/2014/main" id="{73C95D35-EE7D-75C1-1406-57989DB81278}"/>
                                  </a:ext>
                                </a:extLst>
                              </p:cNvPr>
                              <p:cNvCxnSpPr>
                                <a:stCxn id="118" idx="0"/>
                                <a:endCxn id="119" idx="4"/>
                              </p:cNvCxnSpPr>
                              <p:nvPr/>
                            </p:nvCxnSpPr>
                            <p:spPr>
                              <a:xfrm flipV="1">
                                <a:off x="5593080" y="3622040"/>
                                <a:ext cx="0" cy="124968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0" name="Straight Arrow Connector 109">
                                <a:extLst>
                                  <a:ext uri="{FF2B5EF4-FFF2-40B4-BE49-F238E27FC236}">
                                    <a16:creationId xmlns:a16="http://schemas.microsoft.com/office/drawing/2014/main" id="{817B627B-FEEF-5799-0617-D1FE0397DD3D}"/>
                                  </a:ext>
                                </a:extLst>
                              </p:cNvPr>
                              <p:cNvCxnSpPr>
                                <a:stCxn id="116" idx="5"/>
                                <a:endCxn id="118" idx="1"/>
                              </p:cNvCxnSpPr>
                              <p:nvPr/>
                            </p:nvCxnSpPr>
                            <p:spPr>
                              <a:xfrm>
                                <a:off x="3524455" y="3525327"/>
                                <a:ext cx="1820770" cy="144310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1" name="Straight Arrow Connector 110">
                                <a:extLst>
                                  <a:ext uri="{FF2B5EF4-FFF2-40B4-BE49-F238E27FC236}">
                                    <a16:creationId xmlns:a16="http://schemas.microsoft.com/office/drawing/2014/main" id="{30C880A9-B210-0055-ACC5-693CCD06F61C}"/>
                                  </a:ext>
                                </a:extLst>
                              </p:cNvPr>
                              <p:cNvCxnSpPr>
                                <a:stCxn id="117" idx="5"/>
                                <a:endCxn id="120" idx="1"/>
                              </p:cNvCxnSpPr>
                              <p:nvPr/>
                            </p:nvCxnSpPr>
                            <p:spPr>
                              <a:xfrm>
                                <a:off x="5840935" y="1249487"/>
                                <a:ext cx="2288130" cy="180886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2" name="Straight Arrow Connector 111">
                                <a:extLst>
                                  <a:ext uri="{FF2B5EF4-FFF2-40B4-BE49-F238E27FC236}">
                                    <a16:creationId xmlns:a16="http://schemas.microsoft.com/office/drawing/2014/main" id="{79BD15F8-5CB9-0909-4947-65411F82FD76}"/>
                                  </a:ext>
                                </a:extLst>
                              </p:cNvPr>
                              <p:cNvCxnSpPr>
                                <a:stCxn id="118" idx="7"/>
                                <a:endCxn id="120" idx="3"/>
                              </p:cNvCxnSpPr>
                              <p:nvPr/>
                            </p:nvCxnSpPr>
                            <p:spPr>
                              <a:xfrm flipV="1">
                                <a:off x="5840935" y="3525327"/>
                                <a:ext cx="2288130" cy="144310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/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3" name="Straight Arrow Connector 112">
                                <a:extLst>
                                  <a:ext uri="{FF2B5EF4-FFF2-40B4-BE49-F238E27FC236}">
                                    <a16:creationId xmlns:a16="http://schemas.microsoft.com/office/drawing/2014/main" id="{85D1C6AD-6782-0BD8-3CD0-66E7C8171540}"/>
                                  </a:ext>
                                </a:extLst>
                              </p:cNvPr>
                              <p:cNvCxnSpPr>
                                <a:stCxn id="119" idx="6"/>
                                <a:endCxn id="120" idx="2"/>
                              </p:cNvCxnSpPr>
                              <p:nvPr/>
                            </p:nvCxnSpPr>
                            <p:spPr>
                              <a:xfrm>
                                <a:off x="5943600" y="3291840"/>
                                <a:ext cx="208280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14" name="Straight Arrow Connector 113">
                                <a:extLst>
                                  <a:ext uri="{FF2B5EF4-FFF2-40B4-BE49-F238E27FC236}">
                                    <a16:creationId xmlns:a16="http://schemas.microsoft.com/office/drawing/2014/main" id="{017AB495-CDD0-B803-73B0-2BA21204AB27}"/>
                                  </a:ext>
                                </a:extLst>
                              </p:cNvPr>
                              <p:cNvCxnSpPr>
                                <a:stCxn id="120" idx="6"/>
                                <a:endCxn id="121" idx="2"/>
                              </p:cNvCxnSpPr>
                              <p:nvPr/>
                            </p:nvCxnSpPr>
                            <p:spPr>
                              <a:xfrm>
                                <a:off x="8727440" y="3291840"/>
                                <a:ext cx="107696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104" name="TextBox 103">
                              <a:extLst>
                                <a:ext uri="{FF2B5EF4-FFF2-40B4-BE49-F238E27FC236}">
                                  <a16:creationId xmlns:a16="http://schemas.microsoft.com/office/drawing/2014/main" id="{D5AD5E4F-DC5E-39C4-5D7A-3767B649036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4800" y="3291841"/>
                              <a:ext cx="1279094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(10 / 10,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02" name="TextBox 101">
                            <a:extLst>
                              <a:ext uri="{FF2B5EF4-FFF2-40B4-BE49-F238E27FC236}">
                                <a16:creationId xmlns:a16="http://schemas.microsoft.com/office/drawing/2014/main" id="{13881D8C-305F-FFE0-5EA9-A5E094578DD0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348785" y="4125959"/>
                            <a:ext cx="1137921" cy="3567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(5 / 10, 1)</a:t>
                            </a:r>
                          </a:p>
                        </p:txBody>
                      </p:sp>
                    </p:grpSp>
                    <p:sp>
                      <p:nvSpPr>
                        <p:cNvPr id="99" name="TextBox 98">
                          <a:extLst>
                            <a:ext uri="{FF2B5EF4-FFF2-40B4-BE49-F238E27FC236}">
                              <a16:creationId xmlns:a16="http://schemas.microsoft.com/office/drawing/2014/main" id="{D7AFE237-4E8A-0B8A-3DBD-6CE9E991CB24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775505" y="1677399"/>
                          <a:ext cx="938735" cy="3567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(5 / 5, 1)</a:t>
                          </a:r>
                        </a:p>
                      </p:txBody>
                    </p:sp>
                  </p:grpSp>
                  <p:sp>
                    <p:nvSpPr>
                      <p:cNvPr id="97" name="TextBox 96">
                        <a:extLst>
                          <a:ext uri="{FF2B5EF4-FFF2-40B4-BE49-F238E27FC236}">
                            <a16:creationId xmlns:a16="http://schemas.microsoft.com/office/drawing/2014/main" id="{1C15D05C-8A46-10F2-01D8-63F65A51FE5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53280" y="2443866"/>
                        <a:ext cx="1137921" cy="3567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(0 / 10, 1)</a:t>
                        </a:r>
                      </a:p>
                    </p:txBody>
                  </p:sp>
                </p:grpSp>
                <p:sp>
                  <p:nvSpPr>
                    <p:cNvPr id="95" name="TextBox 94">
                      <a:extLst>
                        <a:ext uri="{FF2B5EF4-FFF2-40B4-BE49-F238E27FC236}">
                          <a16:creationId xmlns:a16="http://schemas.microsoft.com/office/drawing/2014/main" id="{2BE30193-5F41-8F76-FD16-C15B332806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85000" y="1936287"/>
                      <a:ext cx="1137921" cy="3567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(5 / 5, 3)</a:t>
                      </a:r>
                    </a:p>
                  </p:txBody>
                </p:sp>
              </p:grp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CD99464E-09E3-4E9E-DD58-2712DCE9320A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680" y="3259723"/>
                    <a:ext cx="1137921" cy="3567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/>
                      <a:t>(5 / 10, 1)</a:t>
                    </a:r>
                  </a:p>
                </p:txBody>
              </p:sp>
            </p:grpSp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D2DBEB7-7BE8-2B6C-BBE7-1756333ACA14}"/>
                    </a:ext>
                  </a:extLst>
                </p:cNvPr>
                <p:cNvSpPr txBox="1"/>
                <p:nvPr/>
              </p:nvSpPr>
              <p:spPr>
                <a:xfrm>
                  <a:off x="4618957" y="3872766"/>
                  <a:ext cx="1137921" cy="3567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(5 / 10, 1)</a:t>
                  </a:r>
                </a:p>
              </p:txBody>
            </p:sp>
          </p:grp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C56954D-715E-51A2-51C3-1784AD4F6AD9}"/>
                  </a:ext>
                </a:extLst>
              </p:cNvPr>
              <p:cNvSpPr txBox="1"/>
              <p:nvPr/>
            </p:nvSpPr>
            <p:spPr>
              <a:xfrm>
                <a:off x="6721373" y="4295236"/>
                <a:ext cx="1137921" cy="356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(0 / 7, 4)</a:t>
                </a:r>
              </a:p>
            </p:txBody>
          </p:sp>
        </p:grp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8F9372E-AC5E-4611-5748-39A6D424D40B}"/>
                </a:ext>
              </a:extLst>
            </p:cNvPr>
            <p:cNvSpPr txBox="1"/>
            <p:nvPr/>
          </p:nvSpPr>
          <p:spPr>
            <a:xfrm>
              <a:off x="8696960" y="3291839"/>
              <a:ext cx="1302167" cy="356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(10 / 15, 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4289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7AD47-52B0-0E95-0608-91BCE1FB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B1AE30-8490-67FE-4579-FA9AE4A7D0B3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6: rebuild residual and repeat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288846B-16EA-ABCA-FD98-00B94CD54F05}"/>
              </a:ext>
            </a:extLst>
          </p:cNvPr>
          <p:cNvGrpSpPr/>
          <p:nvPr/>
        </p:nvGrpSpPr>
        <p:grpSpPr>
          <a:xfrm>
            <a:off x="1036007" y="1798320"/>
            <a:ext cx="8392160" cy="4180840"/>
            <a:chOff x="1036007" y="1798320"/>
            <a:chExt cx="8392160" cy="418084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1CEC2A4B-B84C-3331-DF73-F3FB214C030B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1036007" y="1798320"/>
              <a:chExt cx="8392160" cy="418084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889A8426-CF76-98E8-0410-C284CE670C22}"/>
                  </a:ext>
                </a:extLst>
              </p:cNvPr>
              <p:cNvGrpSpPr/>
              <p:nvPr/>
            </p:nvGrpSpPr>
            <p:grpSpPr>
              <a:xfrm>
                <a:off x="1036007" y="1798320"/>
                <a:ext cx="8392160" cy="4180840"/>
                <a:chOff x="1036007" y="1798320"/>
                <a:chExt cx="8392160" cy="4180840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A403149F-7090-2F28-A9F2-3D84643F526B}"/>
                    </a:ext>
                  </a:extLst>
                </p:cNvPr>
                <p:cNvGrpSpPr/>
                <p:nvPr/>
              </p:nvGrpSpPr>
              <p:grpSpPr>
                <a:xfrm>
                  <a:off x="1036007" y="1798320"/>
                  <a:ext cx="8392160" cy="4180840"/>
                  <a:chOff x="1036007" y="1798320"/>
                  <a:chExt cx="8392160" cy="4180840"/>
                </a:xfrm>
              </p:grpSpPr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2BF66F46-5018-0656-AAAF-B9B164B59361}"/>
                      </a:ext>
                    </a:extLst>
                  </p:cNvPr>
                  <p:cNvGrpSpPr/>
                  <p:nvPr/>
                </p:nvGrpSpPr>
                <p:grpSpPr>
                  <a:xfrm>
                    <a:off x="1036007" y="1798320"/>
                    <a:ext cx="8392160" cy="4180840"/>
                    <a:chOff x="1036007" y="1798320"/>
                    <a:chExt cx="8392160" cy="4180840"/>
                  </a:xfrm>
                </p:grpSpPr>
                <p:grpSp>
                  <p:nvGrpSpPr>
                    <p:cNvPr id="3" name="Group 2">
                      <a:extLst>
                        <a:ext uri="{FF2B5EF4-FFF2-40B4-BE49-F238E27FC236}">
                          <a16:creationId xmlns:a16="http://schemas.microsoft.com/office/drawing/2014/main" id="{A07695D2-C605-3CBF-FB4F-FA85D0EE0D6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6007" y="1798320"/>
                      <a:ext cx="8392160" cy="4180840"/>
                      <a:chOff x="1036007" y="1798320"/>
                      <a:chExt cx="8392160" cy="4180840"/>
                    </a:xfrm>
                  </p:grpSpPr>
                  <p:grpSp>
                    <p:nvGrpSpPr>
                      <p:cNvPr id="8" name="Group 7">
                        <a:extLst>
                          <a:ext uri="{FF2B5EF4-FFF2-40B4-BE49-F238E27FC236}">
                            <a16:creationId xmlns:a16="http://schemas.microsoft.com/office/drawing/2014/main" id="{9CB73CBB-935E-559A-3A85-A9BB3719C8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36007" y="1798320"/>
                        <a:ext cx="8392160" cy="4180840"/>
                        <a:chOff x="873760" y="1747520"/>
                        <a:chExt cx="8392160" cy="4180840"/>
                      </a:xfrm>
                    </p:grpSpPr>
                    <p:cxnSp>
                      <p:nvCxnSpPr>
                        <p:cNvPr id="10" name="Straight Arrow Connector 9">
                          <a:extLst>
                            <a:ext uri="{FF2B5EF4-FFF2-40B4-BE49-F238E27FC236}">
                              <a16:creationId xmlns:a16="http://schemas.microsoft.com/office/drawing/2014/main" id="{DFA97D85-3C3B-715A-E394-0D5525144E5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3309724" y="4159569"/>
                          <a:ext cx="1564991" cy="1244945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1" name="Group 10">
                          <a:extLst>
                            <a:ext uri="{FF2B5EF4-FFF2-40B4-BE49-F238E27FC236}">
                              <a16:creationId xmlns:a16="http://schemas.microsoft.com/office/drawing/2014/main" id="{0490D741-BF45-6193-0C6C-7102F8EED8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73760" y="1747520"/>
                          <a:ext cx="8392160" cy="4180840"/>
                          <a:chOff x="873760" y="1747520"/>
                          <a:chExt cx="8392160" cy="4180840"/>
                        </a:xfrm>
                      </p:grpSpPr>
                      <p:grpSp>
                        <p:nvGrpSpPr>
                          <p:cNvPr id="12" name="Group 11">
                            <a:extLst>
                              <a:ext uri="{FF2B5EF4-FFF2-40B4-BE49-F238E27FC236}">
                                <a16:creationId xmlns:a16="http://schemas.microsoft.com/office/drawing/2014/main" id="{5C2ABC0A-6BAE-DC56-605E-0F1F78F1F41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3760" y="1747520"/>
                            <a:ext cx="8392160" cy="418084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14" name="Group 13">
                              <a:extLst>
                                <a:ext uri="{FF2B5EF4-FFF2-40B4-BE49-F238E27FC236}">
                                  <a16:creationId xmlns:a16="http://schemas.microsoft.com/office/drawing/2014/main" id="{7D4FF870-91F4-A763-361E-C101F73EF62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16" name="Group 15">
                                <a:extLst>
                                  <a:ext uri="{FF2B5EF4-FFF2-40B4-BE49-F238E27FC236}">
                                    <a16:creationId xmlns:a16="http://schemas.microsoft.com/office/drawing/2014/main" id="{3004D3D6-0022-8474-B467-6571D7CD519C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18" name="Group 17">
                                  <a:extLst>
                                    <a:ext uri="{FF2B5EF4-FFF2-40B4-BE49-F238E27FC236}">
                                      <a16:creationId xmlns:a16="http://schemas.microsoft.com/office/drawing/2014/main" id="{4BD0F547-3EAF-7CCB-4D67-EAB26A51F0D0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20" name="Group 19">
                                    <a:extLst>
                                      <a:ext uri="{FF2B5EF4-FFF2-40B4-BE49-F238E27FC236}">
                                        <a16:creationId xmlns:a16="http://schemas.microsoft.com/office/drawing/2014/main" id="{C3F4AE04-75FC-2D3E-8C36-7DEA69A66FA2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22" name="Group 21">
                                      <a:extLst>
                                        <a:ext uri="{FF2B5EF4-FFF2-40B4-BE49-F238E27FC236}">
                                          <a16:creationId xmlns:a16="http://schemas.microsoft.com/office/drawing/2014/main" id="{0BCCB8CB-B8B0-A0CF-68D2-7766B679DD0F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24" name="Group 2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AF9C239F-4BE2-672D-FD07-41EEC6CEBE5E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26" name="Group 25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31D3CC7-52AD-6C39-9B6C-42EBC17E5450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grpSp>
                                        <p:nvGrpSpPr>
                                          <p:cNvPr id="28" name="Group 2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F4845EC1-663B-999B-E4A9-5251CAB913E8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741680" y="685800"/>
                                            <a:ext cx="9763760" cy="4846320"/>
                                            <a:chOff x="741680" y="685800"/>
                                            <a:chExt cx="9763760" cy="4846320"/>
                                          </a:xfrm>
                                        </p:grpSpPr>
                                        <p:grpSp>
                                          <p:nvGrpSpPr>
                                            <p:cNvPr id="30" name="Group 29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DD16ABBE-BCDF-3BA3-FC38-71DDC3271435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741680" y="685800"/>
                                              <a:ext cx="9763760" cy="4846320"/>
                                              <a:chOff x="741680" y="685800"/>
                                              <a:chExt cx="9763760" cy="484632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32" name="Group 3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DF68AB07-A09B-062D-7C9E-172EBD879139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741680" y="685800"/>
                                                <a:ext cx="9763760" cy="4846320"/>
                                                <a:chOff x="741680" y="685800"/>
                                                <a:chExt cx="9763760" cy="4846320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42" name="Oval 4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4A691ABB-6259-22B5-092C-ACB15A222FEB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7416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6"/>
                                                </a:lnRef>
                                                <a:fillRef idx="2">
                                                  <a:schemeClr val="accent6"/>
                                                </a:fillRef>
                                                <a:effectRef idx="1">
                                                  <a:schemeClr val="accent6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s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3" name="Oval 4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EA6DCDC1-1BFE-A90E-3530-5A06D59C8032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9260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1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4" name="Oval 4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FEED7A05-A366-59B2-A0BB-F95262398ABA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68580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3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5" name="Oval 4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0F869A29-64D5-A6E5-9F84-273D1AF1C7EA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487172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2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6" name="Oval 4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701E0536-29DF-07FD-9AF6-54B404F714E8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6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7" name="Oval 4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B1671A0F-B83A-9A4F-1045-A9596F226864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8026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4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8" name="Oval 4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AFDEECA-B666-27B4-E7B1-61866D3EBF4B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9804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6"/>
                                                </a:lnRef>
                                                <a:fillRef idx="2">
                                                  <a:schemeClr val="accent6"/>
                                                </a:fillRef>
                                                <a:effectRef idx="1">
                                                  <a:schemeClr val="accent6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t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</p:grpSp>
                                          <p:cxnSp>
                                            <p:nvCxnSpPr>
                                              <p:cNvPr id="33" name="Straight Arrow Connector 3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A1D86B3E-D1BC-F457-B503-838E0BA4E530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3" idx="2"/>
                                                <a:endCxn id="42" idx="6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1442720" y="3291839"/>
                                                <a:ext cx="1483359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4" name="Straight Arrow Connector 3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8C6ED2E-43D6-1314-81E6-B315C52EED42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4" idx="3"/>
                                                <a:endCxn id="43" idx="7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3524454" y="1249486"/>
                                                <a:ext cx="1820770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5" name="Straight Arrow Connector 3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A7F69212-AA81-C9CB-F2C4-8312C5133769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4" idx="4"/>
                                                <a:endCxn id="46" idx="0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593080" y="1346200"/>
                                                <a:ext cx="0" cy="161544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6" name="Straight Arrow Connector 35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7CB1C1E8-82B1-EA0A-0A7A-842578F79E63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526590" y="3622040"/>
                                                <a:ext cx="0" cy="124968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7" name="Straight Arrow Connector 3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81D162B5-6B10-292E-0006-58CA48D0262D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3491844" y="3578497"/>
                                                <a:ext cx="1820770" cy="144310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8" name="Straight Arrow Connector 37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25EDA731-21E9-B2E7-4A27-B111985D4899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7" idx="1"/>
                                                <a:endCxn id="44" idx="5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 flipV="1">
                                                <a:off x="5840934" y="1249486"/>
                                                <a:ext cx="2288131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9" name="Straight Arrow Connector 3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5348D24-0B85-9503-77E2-37E1C1F062D5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5" idx="7"/>
                                                <a:endCxn id="47" idx="3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840934" y="3525326"/>
                                                <a:ext cx="2288131" cy="1443108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40" name="Straight Arrow Connector 3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60211A3-0FBB-4716-A05F-8CE64CCFB818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943600" y="3374281"/>
                                                <a:ext cx="208280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41" name="Straight Arrow Connector 4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A90E7A0-D132-B845-F189-545BA751F25B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8727440" y="3380171"/>
                                                <a:ext cx="107696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</p:grpSp>
                                        <p:sp>
                                          <p:nvSpPr>
                                            <p:cNvPr id="31" name="TextBox 30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ED25792A-8B5A-CC66-67FA-4582D572F051}"/>
                                                </a:ext>
                                              </a:extLst>
                                            </p:cNvPr>
                                            <p:cNvSpPr txBox="1"/>
                                            <p:nvPr/>
                                          </p:nvSpPr>
                                          <p:spPr>
                                            <a:xfrm>
                                              <a:off x="1811213" y="2906426"/>
                                              <a:ext cx="872695" cy="356767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noFill/>
                                          </p:spPr>
                                          <p:txBody>
                                            <a:bodyPr wrap="square" rtlCol="0">
                                              <a:spAutoFit/>
                                            </a:bodyPr>
                                            <a:lstStyle/>
                                            <a:p>
                                              <a:r>
                                                <a:rPr lang="en-US" sz="1400" b="1" dirty="0"/>
                                                <a:t>(10, -1)</a:t>
                                              </a:r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29" name="TextBox 2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2442488A-E99D-52C9-1319-59205C258ADE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3670061" y="4161960"/>
                                            <a:ext cx="701041" cy="35676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</p:spPr>
                                        <p:txBody>
                                          <a:bodyPr wrap="square" rtlCol="0">
                                            <a:spAutoFit/>
                                          </a:bodyPr>
                                          <a:lstStyle/>
                                          <a:p>
                                            <a:r>
                                              <a:rPr lang="en-US" sz="1400" b="1" dirty="0"/>
                                              <a:t>(5, 1)</a:t>
                                            </a:r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27" name="TextBox 2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DE41FE50-D07F-4A25-C76A-EB3C911B7DEE}"/>
                                            </a:ext>
                                          </a:extLst>
                                        </p:cNvPr>
                                        <p:cNvSpPr txBox="1"/>
                                        <p:nvPr/>
                                      </p:nvSpPr>
                                      <p:spPr>
                                        <a:xfrm>
                                          <a:off x="3942964" y="1677399"/>
                                          <a:ext cx="938735" cy="356767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</p:spPr>
                                      <p:txBody>
                                        <a:bodyPr wrap="square" rtlCol="0">
                                          <a:spAutoFit/>
                                        </a:bodyPr>
                                        <a:lstStyle/>
                                        <a:p>
                                          <a:r>
                                            <a:rPr lang="en-US" sz="1400" b="1" dirty="0"/>
                                            <a:t>(5, -1)</a:t>
                                          </a:r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25" name="TextBox 2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B535131B-184C-E3AF-AA2D-7C376877A9C5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4899548" y="2443867"/>
                                        <a:ext cx="844193" cy="356767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sz="1400" b="1" dirty="0"/>
                                          <a:t>(10, 1)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23" name="TextBox 22">
                                      <a:extLst>
                                        <a:ext uri="{FF2B5EF4-FFF2-40B4-BE49-F238E27FC236}">
                                          <a16:creationId xmlns:a16="http://schemas.microsoft.com/office/drawing/2014/main" id="{9D80F160-692F-089A-F192-B92E1451DA1A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6985001" y="1936287"/>
                                      <a:ext cx="728824" cy="35676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sz="1400" b="1" dirty="0"/>
                                        <a:t>(5, -3)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21" name="TextBox 20">
                                    <a:extLst>
                                      <a:ext uri="{FF2B5EF4-FFF2-40B4-BE49-F238E27FC236}">
                                        <a16:creationId xmlns:a16="http://schemas.microsoft.com/office/drawing/2014/main" id="{E8F24E8C-2713-375A-27CD-FA5C11C06BB7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6329680" y="3318609"/>
                                    <a:ext cx="1137921" cy="35676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400" b="1" dirty="0"/>
                                      <a:t>(5, 1)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9" name="TextBox 18">
                                  <a:extLst>
                                    <a:ext uri="{FF2B5EF4-FFF2-40B4-BE49-F238E27FC236}">
                                      <a16:creationId xmlns:a16="http://schemas.microsoft.com/office/drawing/2014/main" id="{407C269A-CAF8-A0B0-CF91-2153624C3EE4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4911271" y="3833803"/>
                                  <a:ext cx="832470" cy="35676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sz="1400" b="1" dirty="0"/>
                                    <a:t>(5, 1)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17" name="TextBox 16">
                                <a:extLst>
                                  <a:ext uri="{FF2B5EF4-FFF2-40B4-BE49-F238E27FC236}">
                                    <a16:creationId xmlns:a16="http://schemas.microsoft.com/office/drawing/2014/main" id="{07094F6F-70A6-82B9-8597-FC8BFB4E4942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878982" y="4233000"/>
                                <a:ext cx="834844" cy="35676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400" b="1" dirty="0"/>
                                  <a:t>(7, 4)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15" name="TextBox 14">
                              <a:extLst>
                                <a:ext uri="{FF2B5EF4-FFF2-40B4-BE49-F238E27FC236}">
                                  <a16:creationId xmlns:a16="http://schemas.microsoft.com/office/drawing/2014/main" id="{D66D599B-394B-7BA8-7092-C367FE81DF3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934311" y="3380171"/>
                              <a:ext cx="701040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(5, 1)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7DD5DFCE-256C-74C2-F597-1EE7461786D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625332" y="4222533"/>
                            <a:ext cx="647789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(5, -1)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" name="Straight Arrow Connector 4">
                        <a:extLst>
                          <a:ext uri="{FF2B5EF4-FFF2-40B4-BE49-F238E27FC236}">
                            <a16:creationId xmlns:a16="http://schemas.microsoft.com/office/drawing/2014/main" id="{AD910E06-20E4-0631-2374-1757E6E64FA3}"/>
                          </a:ext>
                        </a:extLst>
                      </p:cNvPr>
                      <p:cNvCxnSpPr>
                        <a:cxnSpLocks/>
                        <a:endCxn id="47" idx="6"/>
                      </p:cNvCxnSpPr>
                      <p:nvPr/>
                    </p:nvCxnSpPr>
                    <p:spPr>
                      <a:xfrm flipH="1">
                        <a:off x="7899938" y="4046507"/>
                        <a:ext cx="925670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26B2CE87-DB23-5E67-9158-694D2603F70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45239" y="3722441"/>
                      <a:ext cx="853228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(10, -1)</a:t>
                      </a:r>
                    </a:p>
                  </p:txBody>
                </p:sp>
              </p:grpSp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BA96EB43-E967-E0FD-144B-F4681BDB01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7639" y="4331365"/>
                    <a:ext cx="0" cy="1078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54B06210-45AA-98BD-8A15-A711C401FCB5}"/>
                    </a:ext>
                  </a:extLst>
                </p:cNvPr>
                <p:cNvSpPr txBox="1"/>
                <p:nvPr/>
              </p:nvSpPr>
              <p:spPr>
                <a:xfrm>
                  <a:off x="5205889" y="4550654"/>
                  <a:ext cx="7155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(5, -1)</a:t>
                  </a:r>
                </a:p>
              </p:txBody>
            </p:sp>
          </p:grp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F6898DD-CAF6-FFD8-C355-4E2CE10C0B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07168" y="4026187"/>
                <a:ext cx="179021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CECA2E7-639B-7687-7BF2-F3F86EC6B6A9}"/>
                </a:ext>
              </a:extLst>
            </p:cNvPr>
            <p:cNvSpPr txBox="1"/>
            <p:nvPr/>
          </p:nvSpPr>
          <p:spPr>
            <a:xfrm>
              <a:off x="6103029" y="3742932"/>
              <a:ext cx="9780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(5, -1)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778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A798-3353-5864-6818-FEC3B25F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9C0E22-8ABA-6BAD-91DF-8A746B53E2EC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7 (3): find SCCs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3683863-6714-AD3F-8630-39FB1827F8E4}"/>
              </a:ext>
            </a:extLst>
          </p:cNvPr>
          <p:cNvGrpSpPr/>
          <p:nvPr/>
        </p:nvGrpSpPr>
        <p:grpSpPr>
          <a:xfrm>
            <a:off x="1036007" y="1798320"/>
            <a:ext cx="8392160" cy="4180840"/>
            <a:chOff x="1036007" y="1798320"/>
            <a:chExt cx="8392160" cy="4180840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6ED1F17-B762-A3C0-5E29-A48FA434CB5D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1036007" y="1798320"/>
              <a:chExt cx="8392160" cy="418084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35EFF514-C958-324E-B971-0C1E24ED9D81}"/>
                  </a:ext>
                </a:extLst>
              </p:cNvPr>
              <p:cNvGrpSpPr/>
              <p:nvPr/>
            </p:nvGrpSpPr>
            <p:grpSpPr>
              <a:xfrm>
                <a:off x="1036007" y="1798320"/>
                <a:ext cx="8392160" cy="4180840"/>
                <a:chOff x="1036007" y="1798320"/>
                <a:chExt cx="8392160" cy="4180840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A462D5DF-AEC4-87AC-1085-A2517CCAB24C}"/>
                    </a:ext>
                  </a:extLst>
                </p:cNvPr>
                <p:cNvGrpSpPr/>
                <p:nvPr/>
              </p:nvGrpSpPr>
              <p:grpSpPr>
                <a:xfrm>
                  <a:off x="1036007" y="1798320"/>
                  <a:ext cx="8392160" cy="4180840"/>
                  <a:chOff x="1036007" y="1798320"/>
                  <a:chExt cx="8392160" cy="4180840"/>
                </a:xfrm>
              </p:grpSpPr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05E1C21A-351C-182C-4A3E-6E0F91670CEE}"/>
                      </a:ext>
                    </a:extLst>
                  </p:cNvPr>
                  <p:cNvGrpSpPr/>
                  <p:nvPr/>
                </p:nvGrpSpPr>
                <p:grpSpPr>
                  <a:xfrm>
                    <a:off x="1036007" y="1798320"/>
                    <a:ext cx="8392160" cy="4180840"/>
                    <a:chOff x="1036007" y="1798320"/>
                    <a:chExt cx="8392160" cy="4180840"/>
                  </a:xfrm>
                </p:grpSpPr>
                <p:grpSp>
                  <p:nvGrpSpPr>
                    <p:cNvPr id="3" name="Group 2">
                      <a:extLst>
                        <a:ext uri="{FF2B5EF4-FFF2-40B4-BE49-F238E27FC236}">
                          <a16:creationId xmlns:a16="http://schemas.microsoft.com/office/drawing/2014/main" id="{93057C5E-08AD-2FE6-57E9-5B08A18F03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6007" y="1798320"/>
                      <a:ext cx="8392160" cy="4180840"/>
                      <a:chOff x="1036007" y="1798320"/>
                      <a:chExt cx="8392160" cy="4180840"/>
                    </a:xfrm>
                  </p:grpSpPr>
                  <p:grpSp>
                    <p:nvGrpSpPr>
                      <p:cNvPr id="8" name="Group 7">
                        <a:extLst>
                          <a:ext uri="{FF2B5EF4-FFF2-40B4-BE49-F238E27FC236}">
                            <a16:creationId xmlns:a16="http://schemas.microsoft.com/office/drawing/2014/main" id="{1A26EE5D-6BF1-61CE-164A-8050532D221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36007" y="1798320"/>
                        <a:ext cx="8392160" cy="4180840"/>
                        <a:chOff x="873760" y="1747520"/>
                        <a:chExt cx="8392160" cy="4180840"/>
                      </a:xfrm>
                    </p:grpSpPr>
                    <p:cxnSp>
                      <p:nvCxnSpPr>
                        <p:cNvPr id="10" name="Straight Arrow Connector 9">
                          <a:extLst>
                            <a:ext uri="{FF2B5EF4-FFF2-40B4-BE49-F238E27FC236}">
                              <a16:creationId xmlns:a16="http://schemas.microsoft.com/office/drawing/2014/main" id="{CFA751D4-613C-9CB6-AD39-EA9667F401E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3309724" y="4159569"/>
                          <a:ext cx="1564991" cy="1244945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11" name="Group 10">
                          <a:extLst>
                            <a:ext uri="{FF2B5EF4-FFF2-40B4-BE49-F238E27FC236}">
                              <a16:creationId xmlns:a16="http://schemas.microsoft.com/office/drawing/2014/main" id="{2FBC8025-45AF-8E5A-9A87-1002A0062A6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73760" y="1747520"/>
                          <a:ext cx="8392160" cy="4180840"/>
                          <a:chOff x="873760" y="1747520"/>
                          <a:chExt cx="8392160" cy="4180840"/>
                        </a:xfrm>
                      </p:grpSpPr>
                      <p:grpSp>
                        <p:nvGrpSpPr>
                          <p:cNvPr id="12" name="Group 11">
                            <a:extLst>
                              <a:ext uri="{FF2B5EF4-FFF2-40B4-BE49-F238E27FC236}">
                                <a16:creationId xmlns:a16="http://schemas.microsoft.com/office/drawing/2014/main" id="{1D37A583-4A97-8B67-92CD-00711AABBD2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3760" y="1747520"/>
                            <a:ext cx="8392160" cy="418084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14" name="Group 13">
                              <a:extLst>
                                <a:ext uri="{FF2B5EF4-FFF2-40B4-BE49-F238E27FC236}">
                                  <a16:creationId xmlns:a16="http://schemas.microsoft.com/office/drawing/2014/main" id="{98B83A35-45F7-4457-FFA5-FA39DDA1B5E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16" name="Group 15">
                                <a:extLst>
                                  <a:ext uri="{FF2B5EF4-FFF2-40B4-BE49-F238E27FC236}">
                                    <a16:creationId xmlns:a16="http://schemas.microsoft.com/office/drawing/2014/main" id="{F9C7DBC4-4825-DC13-C71E-CB88A36B7D90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18" name="Group 17">
                                  <a:extLst>
                                    <a:ext uri="{FF2B5EF4-FFF2-40B4-BE49-F238E27FC236}">
                                      <a16:creationId xmlns:a16="http://schemas.microsoft.com/office/drawing/2014/main" id="{B818411D-A0FA-9677-0895-DFCE70E2769F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20" name="Group 19">
                                    <a:extLst>
                                      <a:ext uri="{FF2B5EF4-FFF2-40B4-BE49-F238E27FC236}">
                                        <a16:creationId xmlns:a16="http://schemas.microsoft.com/office/drawing/2014/main" id="{C988FB8B-12FD-43D9-4A71-12F1776E3E6A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22" name="Group 21">
                                      <a:extLst>
                                        <a:ext uri="{FF2B5EF4-FFF2-40B4-BE49-F238E27FC236}">
                                          <a16:creationId xmlns:a16="http://schemas.microsoft.com/office/drawing/2014/main" id="{769BEE07-1623-0327-48D5-7C114E9D86BD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24" name="Group 2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500356B8-64B9-B3E2-8DB8-36B7587BDD47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26" name="Group 25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D52D8DF-0863-83A9-13D1-F2C2FB4F1300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grpSp>
                                        <p:nvGrpSpPr>
                                          <p:cNvPr id="28" name="Group 2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BCEF4A07-71A3-5DFF-11A4-5A407CFC5A13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741680" y="685800"/>
                                            <a:ext cx="9763760" cy="4846320"/>
                                            <a:chOff x="741680" y="685800"/>
                                            <a:chExt cx="9763760" cy="4846320"/>
                                          </a:xfrm>
                                        </p:grpSpPr>
                                        <p:grpSp>
                                          <p:nvGrpSpPr>
                                            <p:cNvPr id="30" name="Group 29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7BE63280-9089-11E2-D306-5D0A9BFE198C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741680" y="685800"/>
                                              <a:ext cx="9763760" cy="4846320"/>
                                              <a:chOff x="741680" y="685800"/>
                                              <a:chExt cx="9763760" cy="484632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32" name="Group 3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864F623-963D-5145-0996-D152CFF7E70A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741680" y="685800"/>
                                                <a:ext cx="9763760" cy="4846320"/>
                                                <a:chOff x="741680" y="685800"/>
                                                <a:chExt cx="9763760" cy="4846320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42" name="Oval 4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0984C507-7589-F9A4-E660-420EA9F23499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7416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4"/>
                                                </a:lnRef>
                                                <a:fillRef idx="2">
                                                  <a:schemeClr val="accent4"/>
                                                </a:fillRef>
                                                <a:effectRef idx="1">
                                                  <a:schemeClr val="accent4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s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3" name="Oval 4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83415DFE-D6D8-4B3C-7D1F-FB12A324D944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9260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1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4" name="Oval 4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C6EC284D-FAD6-CD1C-18C5-7AB7F545BC8D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68580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3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5" name="Oval 4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D2A760A-866C-04E6-DDD7-0724D77A9809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487172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2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6" name="Oval 4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451089AE-3E48-3B4C-2E82-8C441984E94A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6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7" name="Oval 4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5E607913-062D-B48E-1BA7-A7BDE0F90DB0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8026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4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48" name="Oval 4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E30F7A78-93BB-F896-8F5B-7DF88B54D253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9804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t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</p:grpSp>
                                          <p:cxnSp>
                                            <p:nvCxnSpPr>
                                              <p:cNvPr id="33" name="Straight Arrow Connector 3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7442AF03-EB80-7D60-025D-5EF3B9FABD47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3" idx="2"/>
                                                <a:endCxn id="42" idx="6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1442720" y="3291839"/>
                                                <a:ext cx="1483359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4" name="Straight Arrow Connector 3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88DABF8-BFA1-42EA-4596-4E5711ADE136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4" idx="3"/>
                                                <a:endCxn id="43" idx="7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3524454" y="1249486"/>
                                                <a:ext cx="1820770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5" name="Straight Arrow Connector 3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93CC4B5-8C23-6D7C-5452-4495C58B9FAA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4" idx="4"/>
                                                <a:endCxn id="46" idx="0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593080" y="1346200"/>
                                                <a:ext cx="0" cy="161544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6" name="Straight Arrow Connector 35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41A2A0D-B611-A8BF-9FD9-F3E2DC4A4A3A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526590" y="3622040"/>
                                                <a:ext cx="0" cy="124968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7" name="Straight Arrow Connector 3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8F9320B-DF40-CA2C-406B-6612AD3E5CE1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3491844" y="3578497"/>
                                                <a:ext cx="1820770" cy="144310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8" name="Straight Arrow Connector 37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FD3B51D8-3990-76A4-B2EF-B604F7781C35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7" idx="1"/>
                                                <a:endCxn id="44" idx="5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 flipV="1">
                                                <a:off x="5840934" y="1249486"/>
                                                <a:ext cx="2288131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39" name="Straight Arrow Connector 3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15F0E6E9-F580-34A5-C049-75D5B016D551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45" idx="7"/>
                                                <a:endCxn id="47" idx="3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840934" y="3525326"/>
                                                <a:ext cx="2288131" cy="1443108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40" name="Straight Arrow Connector 3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D9AD979C-7B0D-EFC3-FED6-78DF2FC0573A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943600" y="3374281"/>
                                                <a:ext cx="208280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41" name="Straight Arrow Connector 4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291E1384-88DE-84BD-7F22-B1CAB63BD65F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8727440" y="3380171"/>
                                                <a:ext cx="107696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</p:grpSp>
                                        <p:sp>
                                          <p:nvSpPr>
                                            <p:cNvPr id="31" name="TextBox 30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A1752A61-B275-726E-55A4-17307904E507}"/>
                                                </a:ext>
                                              </a:extLst>
                                            </p:cNvPr>
                                            <p:cNvSpPr txBox="1"/>
                                            <p:nvPr/>
                                          </p:nvSpPr>
                                          <p:spPr>
                                            <a:xfrm>
                                              <a:off x="1811213" y="2906426"/>
                                              <a:ext cx="872695" cy="356767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noFill/>
                                          </p:spPr>
                                          <p:txBody>
                                            <a:bodyPr wrap="square" rtlCol="0">
                                              <a:spAutoFit/>
                                            </a:bodyPr>
                                            <a:lstStyle/>
                                            <a:p>
                                              <a:r>
                                                <a:rPr lang="en-US" sz="1400" b="1" dirty="0"/>
                                                <a:t>(10, -1)</a:t>
                                              </a:r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29" name="TextBox 2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BE3FC259-BF46-D004-1746-C6D3DE553640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3670061" y="4161960"/>
                                            <a:ext cx="701041" cy="35676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</p:spPr>
                                        <p:txBody>
                                          <a:bodyPr wrap="square" rtlCol="0">
                                            <a:spAutoFit/>
                                          </a:bodyPr>
                                          <a:lstStyle/>
                                          <a:p>
                                            <a:r>
                                              <a:rPr lang="en-US" sz="1400" b="1" dirty="0"/>
                                              <a:t>(5, 1)</a:t>
                                            </a:r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27" name="TextBox 2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72585D4-11CF-126F-CEAD-4CE934593181}"/>
                                            </a:ext>
                                          </a:extLst>
                                        </p:cNvPr>
                                        <p:cNvSpPr txBox="1"/>
                                        <p:nvPr/>
                                      </p:nvSpPr>
                                      <p:spPr>
                                        <a:xfrm>
                                          <a:off x="3942964" y="1677399"/>
                                          <a:ext cx="938735" cy="356767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</p:spPr>
                                      <p:txBody>
                                        <a:bodyPr wrap="square" rtlCol="0">
                                          <a:spAutoFit/>
                                        </a:bodyPr>
                                        <a:lstStyle/>
                                        <a:p>
                                          <a:r>
                                            <a:rPr lang="en-US" sz="1400" b="1" dirty="0"/>
                                            <a:t>(5, -1)</a:t>
                                          </a:r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25" name="TextBox 2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F599DCAD-36C5-24A2-9AFD-4BCCD2D958C8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4899548" y="2443867"/>
                                        <a:ext cx="844193" cy="356767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sz="1400" b="1" dirty="0"/>
                                          <a:t>(10, 1)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23" name="TextBox 22">
                                      <a:extLst>
                                        <a:ext uri="{FF2B5EF4-FFF2-40B4-BE49-F238E27FC236}">
                                          <a16:creationId xmlns:a16="http://schemas.microsoft.com/office/drawing/2014/main" id="{47A5F674-CD5D-8899-7DF6-C967F790D909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6985001" y="1936287"/>
                                      <a:ext cx="728824" cy="35676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sz="1400" b="1" dirty="0"/>
                                        <a:t>(5, -3)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21" name="TextBox 20">
                                    <a:extLst>
                                      <a:ext uri="{FF2B5EF4-FFF2-40B4-BE49-F238E27FC236}">
                                        <a16:creationId xmlns:a16="http://schemas.microsoft.com/office/drawing/2014/main" id="{366E4EFB-AF36-5240-C649-9016B6110186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6329680" y="3318609"/>
                                    <a:ext cx="1137921" cy="35676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400" b="1" dirty="0"/>
                                      <a:t>(5, 1)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9" name="TextBox 18">
                                  <a:extLst>
                                    <a:ext uri="{FF2B5EF4-FFF2-40B4-BE49-F238E27FC236}">
                                      <a16:creationId xmlns:a16="http://schemas.microsoft.com/office/drawing/2014/main" id="{2884BEC3-28C5-8401-45B0-B8127024DECA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4911271" y="3833803"/>
                                  <a:ext cx="832470" cy="35676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sz="1400" b="1" dirty="0"/>
                                    <a:t>(5, 1)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17" name="TextBox 16">
                                <a:extLst>
                                  <a:ext uri="{FF2B5EF4-FFF2-40B4-BE49-F238E27FC236}">
                                    <a16:creationId xmlns:a16="http://schemas.microsoft.com/office/drawing/2014/main" id="{565ECAD2-195A-E557-4611-C3A2318A8A68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878982" y="4233000"/>
                                <a:ext cx="834844" cy="35676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400" b="1" dirty="0"/>
                                  <a:t>(7, 4)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15" name="TextBox 14">
                              <a:extLst>
                                <a:ext uri="{FF2B5EF4-FFF2-40B4-BE49-F238E27FC236}">
                                  <a16:creationId xmlns:a16="http://schemas.microsoft.com/office/drawing/2014/main" id="{921F85BB-9E64-D13B-2268-7C063A8EA3C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934311" y="3380171"/>
                              <a:ext cx="701040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(5, 1)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3" name="TextBox 12">
                            <a:extLst>
                              <a:ext uri="{FF2B5EF4-FFF2-40B4-BE49-F238E27FC236}">
                                <a16:creationId xmlns:a16="http://schemas.microsoft.com/office/drawing/2014/main" id="{4C530DA0-D226-0D1D-DC11-B41FBD3AA2D6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625332" y="4222533"/>
                            <a:ext cx="647789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(5, -1)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5" name="Straight Arrow Connector 4">
                        <a:extLst>
                          <a:ext uri="{FF2B5EF4-FFF2-40B4-BE49-F238E27FC236}">
                            <a16:creationId xmlns:a16="http://schemas.microsoft.com/office/drawing/2014/main" id="{964C973A-A492-B02F-A7CD-37902653BE59}"/>
                          </a:ext>
                        </a:extLst>
                      </p:cNvPr>
                      <p:cNvCxnSpPr>
                        <a:cxnSpLocks/>
                        <a:endCxn id="47" idx="6"/>
                      </p:cNvCxnSpPr>
                      <p:nvPr/>
                    </p:nvCxnSpPr>
                    <p:spPr>
                      <a:xfrm flipH="1">
                        <a:off x="7899938" y="4046507"/>
                        <a:ext cx="925670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99A1815D-6C30-875F-3934-79FEF18E1E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45239" y="3722441"/>
                      <a:ext cx="853228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(10, -1)</a:t>
                      </a:r>
                    </a:p>
                  </p:txBody>
                </p:sp>
              </p:grpSp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55B03A45-8190-AB36-1844-7422D296AA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7639" y="4331365"/>
                    <a:ext cx="0" cy="1078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E7E7E6EA-E2F9-8166-8630-2A9FA4EBB37F}"/>
                    </a:ext>
                  </a:extLst>
                </p:cNvPr>
                <p:cNvSpPr txBox="1"/>
                <p:nvPr/>
              </p:nvSpPr>
              <p:spPr>
                <a:xfrm>
                  <a:off x="5205889" y="4550654"/>
                  <a:ext cx="7155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(5, -1)</a:t>
                  </a:r>
                </a:p>
              </p:txBody>
            </p:sp>
          </p:grp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43BC0DFE-B238-FBB7-9972-0F19D16CDC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07168" y="4026187"/>
                <a:ext cx="179021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1C4E9A6-77F6-6778-61AD-2A44546B8340}"/>
                </a:ext>
              </a:extLst>
            </p:cNvPr>
            <p:cNvSpPr txBox="1"/>
            <p:nvPr/>
          </p:nvSpPr>
          <p:spPr>
            <a:xfrm>
              <a:off x="6103029" y="3742932"/>
              <a:ext cx="9780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(5, -1)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8382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B4E76-27DC-66DC-C925-D5D3EEB9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80AADD-6C1F-99A0-1A39-68F418244381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8 (4): detect negative cycle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050A94-1CB1-DA94-A34C-1A87F7B112D2}"/>
              </a:ext>
            </a:extLst>
          </p:cNvPr>
          <p:cNvGrpSpPr/>
          <p:nvPr/>
        </p:nvGrpSpPr>
        <p:grpSpPr>
          <a:xfrm>
            <a:off x="1036007" y="1798320"/>
            <a:ext cx="8392160" cy="4180840"/>
            <a:chOff x="1036007" y="1798320"/>
            <a:chExt cx="8392160" cy="418084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48B547D-61C1-7068-A114-505CF09E0606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1036007" y="1798320"/>
              <a:chExt cx="8392160" cy="418084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26BEDF3-2A8B-5BAC-255F-4402A9FEAD54}"/>
                  </a:ext>
                </a:extLst>
              </p:cNvPr>
              <p:cNvGrpSpPr/>
              <p:nvPr/>
            </p:nvGrpSpPr>
            <p:grpSpPr>
              <a:xfrm>
                <a:off x="1036007" y="1798320"/>
                <a:ext cx="8392160" cy="4180840"/>
                <a:chOff x="1036007" y="1798320"/>
                <a:chExt cx="8392160" cy="4180840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D20F5984-221E-E05C-F68C-300EC9B7EDC8}"/>
                    </a:ext>
                  </a:extLst>
                </p:cNvPr>
                <p:cNvGrpSpPr/>
                <p:nvPr/>
              </p:nvGrpSpPr>
              <p:grpSpPr>
                <a:xfrm>
                  <a:off x="1036007" y="1798320"/>
                  <a:ext cx="8392160" cy="4180840"/>
                  <a:chOff x="1036007" y="1798320"/>
                  <a:chExt cx="8392160" cy="4180840"/>
                </a:xfrm>
              </p:grpSpPr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4F7D4C45-2121-0376-F108-8D50734C7207}"/>
                      </a:ext>
                    </a:extLst>
                  </p:cNvPr>
                  <p:cNvGrpSpPr/>
                  <p:nvPr/>
                </p:nvGrpSpPr>
                <p:grpSpPr>
                  <a:xfrm>
                    <a:off x="1036007" y="1798320"/>
                    <a:ext cx="8392160" cy="4180840"/>
                    <a:chOff x="1036007" y="1798320"/>
                    <a:chExt cx="8392160" cy="4180840"/>
                  </a:xfrm>
                </p:grpSpPr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71034639-143D-38DF-B1A4-00C0CF855C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6007" y="1798320"/>
                      <a:ext cx="8392160" cy="4180840"/>
                      <a:chOff x="1036007" y="1798320"/>
                      <a:chExt cx="8392160" cy="4180840"/>
                    </a:xfrm>
                  </p:grpSpPr>
                  <p:grpSp>
                    <p:nvGrpSpPr>
                      <p:cNvPr id="66" name="Group 65">
                        <a:extLst>
                          <a:ext uri="{FF2B5EF4-FFF2-40B4-BE49-F238E27FC236}">
                            <a16:creationId xmlns:a16="http://schemas.microsoft.com/office/drawing/2014/main" id="{551A758A-0971-AF7F-0C84-FEA889359E7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36007" y="1798320"/>
                        <a:ext cx="8392160" cy="4180840"/>
                        <a:chOff x="873760" y="1747520"/>
                        <a:chExt cx="8392160" cy="4180840"/>
                      </a:xfrm>
                    </p:grpSpPr>
                    <p:cxnSp>
                      <p:nvCxnSpPr>
                        <p:cNvPr id="68" name="Straight Arrow Connector 67">
                          <a:extLst>
                            <a:ext uri="{FF2B5EF4-FFF2-40B4-BE49-F238E27FC236}">
                              <a16:creationId xmlns:a16="http://schemas.microsoft.com/office/drawing/2014/main" id="{A08308D7-08B0-1FF5-9D30-F4EFEF7C528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3309724" y="4159569"/>
                          <a:ext cx="1564991" cy="1244945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69" name="Group 68">
                          <a:extLst>
                            <a:ext uri="{FF2B5EF4-FFF2-40B4-BE49-F238E27FC236}">
                              <a16:creationId xmlns:a16="http://schemas.microsoft.com/office/drawing/2014/main" id="{F616F72D-9950-DCB8-EABA-76F018E4544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873760" y="1747520"/>
                          <a:ext cx="8392160" cy="4180840"/>
                          <a:chOff x="873760" y="1747520"/>
                          <a:chExt cx="8392160" cy="4180840"/>
                        </a:xfrm>
                      </p:grpSpPr>
                      <p:grpSp>
                        <p:nvGrpSpPr>
                          <p:cNvPr id="70" name="Group 69">
                            <a:extLst>
                              <a:ext uri="{FF2B5EF4-FFF2-40B4-BE49-F238E27FC236}">
                                <a16:creationId xmlns:a16="http://schemas.microsoft.com/office/drawing/2014/main" id="{8E066856-C97F-9A9C-E8CC-2F44A6B88C2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3760" y="1747520"/>
                            <a:ext cx="8392160" cy="418084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72" name="Group 71">
                              <a:extLst>
                                <a:ext uri="{FF2B5EF4-FFF2-40B4-BE49-F238E27FC236}">
                                  <a16:creationId xmlns:a16="http://schemas.microsoft.com/office/drawing/2014/main" id="{631AF97B-DF6F-79F5-5E6C-20615643664E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74" name="Group 73">
                                <a:extLst>
                                  <a:ext uri="{FF2B5EF4-FFF2-40B4-BE49-F238E27FC236}">
                                    <a16:creationId xmlns:a16="http://schemas.microsoft.com/office/drawing/2014/main" id="{7A4052D8-837A-25C8-3E72-D9E40B852716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76" name="Group 75">
                                  <a:extLst>
                                    <a:ext uri="{FF2B5EF4-FFF2-40B4-BE49-F238E27FC236}">
                                      <a16:creationId xmlns:a16="http://schemas.microsoft.com/office/drawing/2014/main" id="{6316CB14-9CD8-FF64-9EEF-8B389FD8D83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78" name="Group 77">
                                    <a:extLst>
                                      <a:ext uri="{FF2B5EF4-FFF2-40B4-BE49-F238E27FC236}">
                                        <a16:creationId xmlns:a16="http://schemas.microsoft.com/office/drawing/2014/main" id="{3E3A9444-82D3-5F7B-276A-59173F0EECEF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80" name="Group 79">
                                      <a:extLst>
                                        <a:ext uri="{FF2B5EF4-FFF2-40B4-BE49-F238E27FC236}">
                                          <a16:creationId xmlns:a16="http://schemas.microsoft.com/office/drawing/2014/main" id="{B2F252B6-0D27-E6A4-C5F6-DB13AE651CA7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82" name="Group 81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AA4AB64-04CF-4EA1-D16B-5DAA3421FC8F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84" name="Group 83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BA5E3859-B035-D57F-C707-BA3ED86E151A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grpSp>
                                        <p:nvGrpSpPr>
                                          <p:cNvPr id="86" name="Group 85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7D5843E1-BB03-0CC8-D297-F864FD11ACFB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741680" y="685800"/>
                                            <a:ext cx="9763760" cy="4846320"/>
                                            <a:chOff x="741680" y="685800"/>
                                            <a:chExt cx="9763760" cy="4846320"/>
                                          </a:xfrm>
                                        </p:grpSpPr>
                                        <p:grpSp>
                                          <p:nvGrpSpPr>
                                            <p:cNvPr id="88" name="Group 87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FCFEDD75-7AF9-7E4C-2E60-D93DB1483DFE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741680" y="685800"/>
                                              <a:ext cx="9763760" cy="4846320"/>
                                              <a:chOff x="741680" y="685800"/>
                                              <a:chExt cx="9763760" cy="484632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90" name="Group 8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B092E9C6-BB47-B853-A73C-CBF1DFAC2FF2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741680" y="685800"/>
                                                <a:ext cx="9763760" cy="4846320"/>
                                                <a:chOff x="741680" y="685800"/>
                                                <a:chExt cx="9763760" cy="4846320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100" name="Oval 99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B93C4C65-A2E2-1726-4857-F690F99EE5F3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7416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6"/>
                                                </a:lnRef>
                                                <a:fillRef idx="2">
                                                  <a:schemeClr val="accent6"/>
                                                </a:fillRef>
                                                <a:effectRef idx="1">
                                                  <a:schemeClr val="accent6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s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1" name="Oval 100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E2DD8A11-22C5-6620-CA45-AF493964CFC2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9260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1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2" name="Oval 10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944D8F8-51B0-CBB1-16A0-E01948B91ADD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68580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3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3" name="Oval 10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88B2B476-01D9-35ED-767E-D28BD1DBCAE5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487172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2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4" name="Oval 10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3CFDE0D-2B5E-4E5D-ED2B-BDC9E5D4FD05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6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5" name="Oval 10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223B28F8-975C-BC7D-1A19-E15F937F1338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8026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4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6" name="Oval 10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B80FFE50-C83C-998F-FFC5-90E2CD8762A0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9804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6"/>
                                                </a:lnRef>
                                                <a:fillRef idx="2">
                                                  <a:schemeClr val="accent6"/>
                                                </a:fillRef>
                                                <a:effectRef idx="1">
                                                  <a:schemeClr val="accent6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t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</p:grpSp>
                                          <p:cxnSp>
                                            <p:nvCxnSpPr>
                                              <p:cNvPr id="91" name="Straight Arrow Connector 9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9C46C751-673C-DE8E-018A-A0A31CA83C99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101" idx="2"/>
                                                <a:endCxn id="100" idx="6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1442720" y="3291839"/>
                                                <a:ext cx="1483359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2" name="Straight Arrow Connector 9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00EAD7B-5532-3644-8834-F11F44497C96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102" idx="3"/>
                                                <a:endCxn id="101" idx="7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3524454" y="1249486"/>
                                                <a:ext cx="1820770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3" name="Straight Arrow Connector 9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179F0EA5-D85B-4CB0-D7E4-33FEE05972B6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102" idx="4"/>
                                                <a:endCxn id="104" idx="0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593080" y="1346200"/>
                                                <a:ext cx="0" cy="161544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 w="9525" cap="flat" cmpd="sng" algn="ctr">
                                                <a:solidFill>
                                                  <a:schemeClr val="accent2"/>
                                                </a:solidFill>
                                                <a:prstDash val="solid"/>
                                                <a:round/>
                                                <a:headEnd type="none" w="med" len="med"/>
                                                <a:tailEnd type="arrow" w="med" len="med"/>
                                              </a:ln>
                                              <a:effectLst>
                                                <a:glow rad="63500">
                                                  <a:schemeClr val="accent2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</p:spPr>
                                            <p:style>
                                              <a:lnRef idx="0">
                                                <a:scrgbClr r="0" g="0" b="0"/>
                                              </a:lnRef>
                                              <a:fillRef idx="0">
                                                <a:scrgbClr r="0" g="0" b="0"/>
                                              </a:fillRef>
                                              <a:effectRef idx="0">
                                                <a:scrgbClr r="0" g="0" b="0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4" name="Straight Arrow Connector 9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389161E0-9177-019C-EF8D-C00A8DDB7E65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526590" y="3622040"/>
                                                <a:ext cx="0" cy="124968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5" name="Straight Arrow Connector 9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139115AA-51AF-3D95-FABC-1DE232C29B37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3491844" y="3578497"/>
                                                <a:ext cx="1820770" cy="144310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6" name="Straight Arrow Connector 95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872950B4-7A70-8BEB-0DBB-4A9609A5E010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105" idx="1"/>
                                                <a:endCxn id="102" idx="5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 flipV="1">
                                                <a:off x="5840934" y="1249486"/>
                                                <a:ext cx="2288131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 w="9525" cap="flat" cmpd="sng" algn="ctr">
                                                <a:solidFill>
                                                  <a:schemeClr val="accent2"/>
                                                </a:solidFill>
                                                <a:prstDash val="solid"/>
                                                <a:round/>
                                                <a:headEnd type="none" w="med" len="med"/>
                                                <a:tailEnd type="arrow" w="med" len="med"/>
                                              </a:ln>
                                              <a:effectLst>
                                                <a:glow rad="63500">
                                                  <a:schemeClr val="accent2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</p:spPr>
                                            <p:style>
                                              <a:lnRef idx="0">
                                                <a:scrgbClr r="0" g="0" b="0"/>
                                              </a:lnRef>
                                              <a:fillRef idx="0">
                                                <a:scrgbClr r="0" g="0" b="0"/>
                                              </a:fillRef>
                                              <a:effectRef idx="0">
                                                <a:scrgbClr r="0" g="0" b="0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7" name="Straight Arrow Connector 9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72DEEFAE-B5E0-D592-C85E-C912B0927154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103" idx="7"/>
                                                <a:endCxn id="105" idx="3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840934" y="3525326"/>
                                                <a:ext cx="2288131" cy="1443108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8" name="Straight Arrow Connector 97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D3AC33D-5317-3998-D6CD-D8487FFDFF1B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943600" y="3374281"/>
                                                <a:ext cx="208280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 w="9525" cap="flat" cmpd="sng" algn="ctr">
                                                <a:solidFill>
                                                  <a:schemeClr val="accent2"/>
                                                </a:solidFill>
                                                <a:prstDash val="solid"/>
                                                <a:round/>
                                                <a:headEnd type="none" w="med" len="med"/>
                                                <a:tailEnd type="arrow" w="med" len="med"/>
                                              </a:ln>
                                              <a:effectLst>
                                                <a:glow rad="63500">
                                                  <a:schemeClr val="accent2">
                                                    <a:satMod val="175000"/>
                                                    <a:alpha val="40000"/>
                                                  </a:schemeClr>
                                                </a:glow>
                                              </a:effectLst>
                                            </p:spPr>
                                            <p:style>
                                              <a:lnRef idx="0">
                                                <a:scrgbClr r="0" g="0" b="0"/>
                                              </a:lnRef>
                                              <a:fillRef idx="0">
                                                <a:scrgbClr r="0" g="0" b="0"/>
                                              </a:fillRef>
                                              <a:effectRef idx="0">
                                                <a:scrgbClr r="0" g="0" b="0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9" name="Straight Arrow Connector 9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5EB0DE18-CE49-8921-6B1D-D717BAB677F6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8727440" y="3380171"/>
                                                <a:ext cx="107696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</p:grpSp>
                                        <p:sp>
                                          <p:nvSpPr>
                                            <p:cNvPr id="89" name="TextBox 88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B4135332-6955-4FCF-EB69-65F3DB1F15A2}"/>
                                                </a:ext>
                                              </a:extLst>
                                            </p:cNvPr>
                                            <p:cNvSpPr txBox="1"/>
                                            <p:nvPr/>
                                          </p:nvSpPr>
                                          <p:spPr>
                                            <a:xfrm>
                                              <a:off x="1811213" y="2906426"/>
                                              <a:ext cx="872695" cy="356767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noFill/>
                                          </p:spPr>
                                          <p:txBody>
                                            <a:bodyPr wrap="square" rtlCol="0">
                                              <a:spAutoFit/>
                                            </a:bodyPr>
                                            <a:lstStyle/>
                                            <a:p>
                                              <a:r>
                                                <a:rPr lang="en-US" sz="1400" b="1" dirty="0"/>
                                                <a:t>(10, -1)</a:t>
                                              </a:r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87" name="TextBox 86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171B2057-5220-54D2-C8DB-090348CD5F10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3670061" y="4161960"/>
                                            <a:ext cx="701041" cy="35676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</p:spPr>
                                        <p:txBody>
                                          <a:bodyPr wrap="square" rtlCol="0">
                                            <a:spAutoFit/>
                                          </a:bodyPr>
                                          <a:lstStyle/>
                                          <a:p>
                                            <a:r>
                                              <a:rPr lang="en-US" sz="1400" b="1" dirty="0"/>
                                              <a:t>(5, 1)</a:t>
                                            </a:r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85" name="TextBox 84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E14F8AD6-31B4-831C-6691-7773D354472F}"/>
                                            </a:ext>
                                          </a:extLst>
                                        </p:cNvPr>
                                        <p:cNvSpPr txBox="1"/>
                                        <p:nvPr/>
                                      </p:nvSpPr>
                                      <p:spPr>
                                        <a:xfrm>
                                          <a:off x="3942964" y="1677399"/>
                                          <a:ext cx="938735" cy="356767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</p:spPr>
                                      <p:txBody>
                                        <a:bodyPr wrap="square" rtlCol="0">
                                          <a:spAutoFit/>
                                        </a:bodyPr>
                                        <a:lstStyle/>
                                        <a:p>
                                          <a:r>
                                            <a:rPr lang="en-US" sz="1400" b="1" dirty="0"/>
                                            <a:t>(5, -1)</a:t>
                                          </a:r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83" name="TextBox 82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13BE9E3F-3491-BF58-6872-83A961C6974D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4899548" y="2443867"/>
                                        <a:ext cx="844193" cy="356767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sz="1400" b="1" dirty="0"/>
                                          <a:t>(10, </a:t>
                                        </a:r>
                                        <a:r>
                                          <a:rPr lang="en-US" sz="1400" b="1" dirty="0">
                                            <a:solidFill>
                                              <a:srgbClr val="C00000"/>
                                            </a:solidFill>
                                          </a:rPr>
                                          <a:t>1</a:t>
                                        </a:r>
                                        <a:r>
                                          <a:rPr lang="en-US" sz="1400" b="1" dirty="0"/>
                                          <a:t>)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81" name="TextBox 80">
                                      <a:extLst>
                                        <a:ext uri="{FF2B5EF4-FFF2-40B4-BE49-F238E27FC236}">
                                          <a16:creationId xmlns:a16="http://schemas.microsoft.com/office/drawing/2014/main" id="{DB03BB6F-E127-203C-78DB-D2FF204C170B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6985001" y="1936287"/>
                                      <a:ext cx="728824" cy="35676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sz="1400" b="1" dirty="0"/>
                                        <a:t>(5, </a:t>
                                      </a:r>
                                      <a:r>
                                        <a:rPr lang="en-US" sz="1400" b="1" dirty="0">
                                          <a:solidFill>
                                            <a:srgbClr val="C00000"/>
                                          </a:solidFill>
                                        </a:rPr>
                                        <a:t>-3</a:t>
                                      </a:r>
                                      <a:r>
                                        <a:rPr lang="en-US" sz="1400" b="1" dirty="0"/>
                                        <a:t>)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79" name="TextBox 78">
                                    <a:extLst>
                                      <a:ext uri="{FF2B5EF4-FFF2-40B4-BE49-F238E27FC236}">
                                        <a16:creationId xmlns:a16="http://schemas.microsoft.com/office/drawing/2014/main" id="{39581267-2FF0-655F-E591-2E61F7F67563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6329680" y="3318609"/>
                                    <a:ext cx="1137921" cy="35676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400" b="1" dirty="0"/>
                                      <a:t>(5, </a:t>
                                    </a:r>
                                    <a:r>
                                      <a:rPr lang="en-US" sz="1400" b="1" dirty="0">
                                        <a:solidFill>
                                          <a:srgbClr val="C00000"/>
                                        </a:solidFill>
                                      </a:rPr>
                                      <a:t>1</a:t>
                                    </a:r>
                                    <a:r>
                                      <a:rPr lang="en-US" sz="1400" b="1" dirty="0"/>
                                      <a:t>)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77" name="TextBox 76">
                                  <a:extLst>
                                    <a:ext uri="{FF2B5EF4-FFF2-40B4-BE49-F238E27FC236}">
                                      <a16:creationId xmlns:a16="http://schemas.microsoft.com/office/drawing/2014/main" id="{371E3D4E-55D3-DE46-6B99-B631FC225AAD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4911271" y="3833803"/>
                                  <a:ext cx="832470" cy="35676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sz="1400" b="1" dirty="0"/>
                                    <a:t>(5, 1)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75" name="TextBox 74">
                                <a:extLst>
                                  <a:ext uri="{FF2B5EF4-FFF2-40B4-BE49-F238E27FC236}">
                                    <a16:creationId xmlns:a16="http://schemas.microsoft.com/office/drawing/2014/main" id="{9AE9782D-3EC1-6C79-B3CB-B661F048DE62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6878982" y="4233000"/>
                                <a:ext cx="834844" cy="35676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400" b="1" dirty="0"/>
                                  <a:t>(7, 4)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73" name="TextBox 72">
                              <a:extLst>
                                <a:ext uri="{FF2B5EF4-FFF2-40B4-BE49-F238E27FC236}">
                                  <a16:creationId xmlns:a16="http://schemas.microsoft.com/office/drawing/2014/main" id="{9A27E470-0E6B-90BE-1C95-5B9C19CC26F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8934311" y="3380171"/>
                              <a:ext cx="701040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(5, 1)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71" name="TextBox 70">
                            <a:extLst>
                              <a:ext uri="{FF2B5EF4-FFF2-40B4-BE49-F238E27FC236}">
                                <a16:creationId xmlns:a16="http://schemas.microsoft.com/office/drawing/2014/main" id="{26B311D6-58AF-F9C8-6458-BAE70DCF41F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625332" y="4222533"/>
                            <a:ext cx="647789" cy="30777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(5, -1)</a:t>
                            </a:r>
                          </a:p>
                        </p:txBody>
                      </p:sp>
                    </p:grpSp>
                  </p:grpSp>
                  <p:cxnSp>
                    <p:nvCxnSpPr>
                      <p:cNvPr id="67" name="Straight Arrow Connector 66">
                        <a:extLst>
                          <a:ext uri="{FF2B5EF4-FFF2-40B4-BE49-F238E27FC236}">
                            <a16:creationId xmlns:a16="http://schemas.microsoft.com/office/drawing/2014/main" id="{FE748AA8-036D-6A3C-A98E-FC2CA0747942}"/>
                          </a:ext>
                        </a:extLst>
                      </p:cNvPr>
                      <p:cNvCxnSpPr>
                        <a:cxnSpLocks/>
                        <a:endCxn id="105" idx="6"/>
                      </p:cNvCxnSpPr>
                      <p:nvPr/>
                    </p:nvCxnSpPr>
                    <p:spPr>
                      <a:xfrm flipH="1">
                        <a:off x="7899938" y="4046507"/>
                        <a:ext cx="925670" cy="0"/>
                      </a:xfrm>
                      <a:prstGeom prst="straightConnector1">
                        <a:avLst/>
                      </a:prstGeom>
                      <a:ln>
                        <a:tailEnd type="triangle"/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2A381955-2F34-4CA4-2573-B4495FECBA3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45239" y="3722441"/>
                      <a:ext cx="853228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(10, -1)</a:t>
                      </a:r>
                    </a:p>
                  </p:txBody>
                </p:sp>
              </p:grpSp>
              <p:cxnSp>
                <p:nvCxnSpPr>
                  <p:cNvPr id="56" name="Straight Arrow Connector 55">
                    <a:extLst>
                      <a:ext uri="{FF2B5EF4-FFF2-40B4-BE49-F238E27FC236}">
                        <a16:creationId xmlns:a16="http://schemas.microsoft.com/office/drawing/2014/main" id="{435A6EF0-474E-468B-8985-EE20E1AEF3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37639" y="4331365"/>
                    <a:ext cx="0" cy="107807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3F7E5C1-8DA8-6269-13E8-3E9DE882B19C}"/>
                    </a:ext>
                  </a:extLst>
                </p:cNvPr>
                <p:cNvSpPr txBox="1"/>
                <p:nvPr/>
              </p:nvSpPr>
              <p:spPr>
                <a:xfrm>
                  <a:off x="5205889" y="4550654"/>
                  <a:ext cx="7155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(5, -1)</a:t>
                  </a:r>
                </a:p>
              </p:txBody>
            </p:sp>
          </p:grp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7E89B8D5-8678-0F3F-49AF-516D66853B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07168" y="4026187"/>
                <a:ext cx="179021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4B8290-AE1B-F7DD-21FC-67F648807983}"/>
                </a:ext>
              </a:extLst>
            </p:cNvPr>
            <p:cNvSpPr txBox="1"/>
            <p:nvPr/>
          </p:nvSpPr>
          <p:spPr>
            <a:xfrm>
              <a:off x="6103029" y="3742932"/>
              <a:ext cx="9780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(5, -1)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2552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CD4A-4C89-2565-006E-E6EAE7E9A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336F1C-D3B2-DA1D-0A97-3B649C6EF818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9 (5): augment flow in the negative cycle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E77D1E2-3F49-74BD-40D0-7AB95F0C62CA}"/>
              </a:ext>
            </a:extLst>
          </p:cNvPr>
          <p:cNvGrpSpPr/>
          <p:nvPr/>
        </p:nvGrpSpPr>
        <p:grpSpPr>
          <a:xfrm>
            <a:off x="1364648" y="1766770"/>
            <a:ext cx="8392160" cy="4180840"/>
            <a:chOff x="741680" y="685800"/>
            <a:chExt cx="9763760" cy="484632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E054B27-E4EA-EA80-3758-9413E2ECDC0A}"/>
                </a:ext>
              </a:extLst>
            </p:cNvPr>
            <p:cNvGrpSpPr/>
            <p:nvPr/>
          </p:nvGrpSpPr>
          <p:grpSpPr>
            <a:xfrm>
              <a:off x="741680" y="685800"/>
              <a:ext cx="9763760" cy="4846320"/>
              <a:chOff x="741680" y="685800"/>
              <a:chExt cx="9763760" cy="484632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52A8081-5007-7820-62EA-338BDE056CA3}"/>
                  </a:ext>
                </a:extLst>
              </p:cNvPr>
              <p:cNvGrpSpPr/>
              <p:nvPr/>
            </p:nvGrpSpPr>
            <p:grpSpPr>
              <a:xfrm>
                <a:off x="741680" y="685800"/>
                <a:ext cx="9763760" cy="4846320"/>
                <a:chOff x="741680" y="685800"/>
                <a:chExt cx="9763760" cy="4846320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CB2F6222-1853-9A1A-B176-62966EA86214}"/>
                    </a:ext>
                  </a:extLst>
                </p:cNvPr>
                <p:cNvGrpSpPr/>
                <p:nvPr/>
              </p:nvGrpSpPr>
              <p:grpSpPr>
                <a:xfrm>
                  <a:off x="741680" y="685800"/>
                  <a:ext cx="9763760" cy="4846320"/>
                  <a:chOff x="741680" y="685800"/>
                  <a:chExt cx="9763760" cy="4846320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C8DCB856-49D4-9FF6-2EEA-227309E32F04}"/>
                      </a:ext>
                    </a:extLst>
                  </p:cNvPr>
                  <p:cNvGrpSpPr/>
                  <p:nvPr/>
                </p:nvGrpSpPr>
                <p:grpSpPr>
                  <a:xfrm>
                    <a:off x="741680" y="685800"/>
                    <a:ext cx="9763760" cy="4846320"/>
                    <a:chOff x="741680" y="685800"/>
                    <a:chExt cx="9763760" cy="4846320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18910C4C-A702-A6B2-01AD-64E96674265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1680" y="685800"/>
                      <a:ext cx="9763760" cy="4846320"/>
                      <a:chOff x="741680" y="685800"/>
                      <a:chExt cx="9763760" cy="4846320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CB652193-3453-BC56-7CF3-3F342C2AB37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41680" y="685800"/>
                        <a:ext cx="9763760" cy="4846320"/>
                        <a:chOff x="741680" y="685800"/>
                        <a:chExt cx="9763760" cy="4846320"/>
                      </a:xfrm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F1966F8C-30CE-6FBE-D6A6-1E85C621932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41680" y="685800"/>
                          <a:ext cx="9763760" cy="4846320"/>
                          <a:chOff x="741680" y="685800"/>
                          <a:chExt cx="9763760" cy="4846320"/>
                        </a:xfrm>
                      </p:grpSpPr>
                      <p:grpSp>
                        <p:nvGrpSpPr>
                          <p:cNvPr id="22" name="Group 21">
                            <a:extLst>
                              <a:ext uri="{FF2B5EF4-FFF2-40B4-BE49-F238E27FC236}">
                                <a16:creationId xmlns:a16="http://schemas.microsoft.com/office/drawing/2014/main" id="{49DFC854-A3E0-F191-9DC1-2EA41FAC88C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41680" y="685800"/>
                            <a:ext cx="9763760" cy="4846320"/>
                            <a:chOff x="741680" y="685800"/>
                            <a:chExt cx="9763760" cy="4846320"/>
                          </a:xfrm>
                        </p:grpSpPr>
                        <p:grpSp>
                          <p:nvGrpSpPr>
                            <p:cNvPr id="24" name="Group 23">
                              <a:extLst>
                                <a:ext uri="{FF2B5EF4-FFF2-40B4-BE49-F238E27FC236}">
                                  <a16:creationId xmlns:a16="http://schemas.microsoft.com/office/drawing/2014/main" id="{F4EE11AD-CBD3-E826-7C5B-40BF44D9E7B2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41680" y="685800"/>
                              <a:ext cx="9763760" cy="484632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26" name="Group 25">
                                <a:extLst>
                                  <a:ext uri="{FF2B5EF4-FFF2-40B4-BE49-F238E27FC236}">
                                    <a16:creationId xmlns:a16="http://schemas.microsoft.com/office/drawing/2014/main" id="{300225A5-2790-8289-8EC9-310D470A2ABC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sp>
                              <p:nvSpPr>
                                <p:cNvPr id="36" name="Oval 35">
                                  <a:extLst>
                                    <a:ext uri="{FF2B5EF4-FFF2-40B4-BE49-F238E27FC236}">
                                      <a16:creationId xmlns:a16="http://schemas.microsoft.com/office/drawing/2014/main" id="{0E441C23-D490-8064-13F2-95CC9FFDF45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4168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6"/>
                                </a:lnRef>
                                <a:fillRef idx="2">
                                  <a:schemeClr val="accent6"/>
                                </a:fillRef>
                                <a:effectRef idx="1">
                                  <a:schemeClr val="accent6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s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37" name="Oval 36">
                                  <a:extLst>
                                    <a:ext uri="{FF2B5EF4-FFF2-40B4-BE49-F238E27FC236}">
                                      <a16:creationId xmlns:a16="http://schemas.microsoft.com/office/drawing/2014/main" id="{D8343237-5D3A-E6A1-DC60-62E8D0965754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292608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1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38" name="Oval 37">
                                  <a:extLst>
                                    <a:ext uri="{FF2B5EF4-FFF2-40B4-BE49-F238E27FC236}">
                                      <a16:creationId xmlns:a16="http://schemas.microsoft.com/office/drawing/2014/main" id="{7D40486F-E51E-9164-BF14-AE0E932C04F8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68580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3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39" name="Oval 38">
                                  <a:extLst>
                                    <a:ext uri="{FF2B5EF4-FFF2-40B4-BE49-F238E27FC236}">
                                      <a16:creationId xmlns:a16="http://schemas.microsoft.com/office/drawing/2014/main" id="{2972E5E3-0945-B4FC-646E-2EBA1515405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487172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2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40" name="Oval 39">
                                  <a:extLst>
                                    <a:ext uri="{FF2B5EF4-FFF2-40B4-BE49-F238E27FC236}">
                                      <a16:creationId xmlns:a16="http://schemas.microsoft.com/office/drawing/2014/main" id="{E49E00A8-5E6F-3E45-0A50-33D30297152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524256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6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41" name="Oval 40">
                                  <a:extLst>
                                    <a:ext uri="{FF2B5EF4-FFF2-40B4-BE49-F238E27FC236}">
                                      <a16:creationId xmlns:a16="http://schemas.microsoft.com/office/drawing/2014/main" id="{C2AB0A9C-FAF9-813D-1621-22665534504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802640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5"/>
                                </a:lnRef>
                                <a:fillRef idx="2">
                                  <a:schemeClr val="accent5"/>
                                </a:fillRef>
                                <a:effectRef idx="1">
                                  <a:schemeClr val="accent5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4</a:t>
                                  </a:r>
                                  <a:endParaRPr lang="en-US" b="1" dirty="0"/>
                                </a:p>
                              </p:txBody>
                            </p:sp>
                            <p:sp>
                              <p:nvSpPr>
                                <p:cNvPr id="42" name="Oval 41">
                                  <a:extLst>
                                    <a:ext uri="{FF2B5EF4-FFF2-40B4-BE49-F238E27FC236}">
                                      <a16:creationId xmlns:a16="http://schemas.microsoft.com/office/drawing/2014/main" id="{A98D318C-7004-7EE4-CB2A-F36F9920AE43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9804400" y="2961640"/>
                                  <a:ext cx="701040" cy="660400"/>
                                </a:xfrm>
                                <a:prstGeom prst="ellipse">
                                  <a:avLst/>
                                </a:prstGeom>
                              </p:spPr>
                              <p:style>
                                <a:lnRef idx="1">
                                  <a:schemeClr val="accent6"/>
                                </a:lnRef>
                                <a:fillRef idx="2">
                                  <a:schemeClr val="accent6"/>
                                </a:fillRef>
                                <a:effectRef idx="1">
                                  <a:schemeClr val="accent6"/>
                                </a:effectRef>
                                <a:fontRef idx="minor">
                                  <a:schemeClr val="dk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r>
                                    <a:rPr lang="en-US" sz="2800" b="1" dirty="0"/>
                                    <a:t>t</a:t>
                                  </a:r>
                                  <a:endParaRPr lang="en-US" b="1" dirty="0"/>
                                </a:p>
                              </p:txBody>
                            </p:sp>
                          </p:grpSp>
                          <p:cxnSp>
                            <p:nvCxnSpPr>
                              <p:cNvPr id="27" name="Straight Arrow Connector 26">
                                <a:extLst>
                                  <a:ext uri="{FF2B5EF4-FFF2-40B4-BE49-F238E27FC236}">
                                    <a16:creationId xmlns:a16="http://schemas.microsoft.com/office/drawing/2014/main" id="{27714481-6242-2853-6A9E-C364F2C22585}"/>
                                  </a:ext>
                                </a:extLst>
                              </p:cNvPr>
                              <p:cNvCxnSpPr>
                                <a:stCxn id="36" idx="6"/>
                                <a:endCxn id="37" idx="2"/>
                              </p:cNvCxnSpPr>
                              <p:nvPr/>
                            </p:nvCxnSpPr>
                            <p:spPr>
                              <a:xfrm>
                                <a:off x="1442720" y="3291840"/>
                                <a:ext cx="148336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8" name="Straight Arrow Connector 27">
                                <a:extLst>
                                  <a:ext uri="{FF2B5EF4-FFF2-40B4-BE49-F238E27FC236}">
                                    <a16:creationId xmlns:a16="http://schemas.microsoft.com/office/drawing/2014/main" id="{C0CCD583-94D4-3927-0D2D-5998E786ACEE}"/>
                                  </a:ext>
                                </a:extLst>
                              </p:cNvPr>
                              <p:cNvCxnSpPr>
                                <a:stCxn id="37" idx="7"/>
                                <a:endCxn id="38" idx="3"/>
                              </p:cNvCxnSpPr>
                              <p:nvPr/>
                            </p:nvCxnSpPr>
                            <p:spPr>
                              <a:xfrm flipV="1">
                                <a:off x="3524455" y="1249487"/>
                                <a:ext cx="1820770" cy="180886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29" name="Straight Arrow Connector 28">
                                <a:extLst>
                                  <a:ext uri="{FF2B5EF4-FFF2-40B4-BE49-F238E27FC236}">
                                    <a16:creationId xmlns:a16="http://schemas.microsoft.com/office/drawing/2014/main" id="{3638F34D-ECA0-95A0-F491-9AD1B527B050}"/>
                                  </a:ext>
                                </a:extLst>
                              </p:cNvPr>
                              <p:cNvCxnSpPr>
                                <a:stCxn id="38" idx="4"/>
                                <a:endCxn id="40" idx="0"/>
                              </p:cNvCxnSpPr>
                              <p:nvPr/>
                            </p:nvCxnSpPr>
                            <p:spPr>
                              <a:xfrm>
                                <a:off x="5593080" y="1346200"/>
                                <a:ext cx="0" cy="161544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0" name="Straight Arrow Connector 29">
                                <a:extLst>
                                  <a:ext uri="{FF2B5EF4-FFF2-40B4-BE49-F238E27FC236}">
                                    <a16:creationId xmlns:a16="http://schemas.microsoft.com/office/drawing/2014/main" id="{C3F239AD-6481-B80C-D044-7B3481E66667}"/>
                                  </a:ext>
                                </a:extLst>
                              </p:cNvPr>
                              <p:cNvCxnSpPr>
                                <a:stCxn id="39" idx="0"/>
                                <a:endCxn id="40" idx="4"/>
                              </p:cNvCxnSpPr>
                              <p:nvPr/>
                            </p:nvCxnSpPr>
                            <p:spPr>
                              <a:xfrm flipV="1">
                                <a:off x="5593080" y="3622040"/>
                                <a:ext cx="0" cy="124968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1" name="Straight Arrow Connector 30">
                                <a:extLst>
                                  <a:ext uri="{FF2B5EF4-FFF2-40B4-BE49-F238E27FC236}">
                                    <a16:creationId xmlns:a16="http://schemas.microsoft.com/office/drawing/2014/main" id="{8C212484-DA2F-B3F8-DD79-E257C4AEC1B6}"/>
                                  </a:ext>
                                </a:extLst>
                              </p:cNvPr>
                              <p:cNvCxnSpPr>
                                <a:stCxn id="37" idx="5"/>
                                <a:endCxn id="39" idx="1"/>
                              </p:cNvCxnSpPr>
                              <p:nvPr/>
                            </p:nvCxnSpPr>
                            <p:spPr>
                              <a:xfrm>
                                <a:off x="3524455" y="3525327"/>
                                <a:ext cx="1820770" cy="144310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2" name="Straight Arrow Connector 31">
                                <a:extLst>
                                  <a:ext uri="{FF2B5EF4-FFF2-40B4-BE49-F238E27FC236}">
                                    <a16:creationId xmlns:a16="http://schemas.microsoft.com/office/drawing/2014/main" id="{CB1AE311-B40A-B92D-8899-9963A6818A21}"/>
                                  </a:ext>
                                </a:extLst>
                              </p:cNvPr>
                              <p:cNvCxnSpPr>
                                <a:stCxn id="38" idx="5"/>
                                <a:endCxn id="41" idx="1"/>
                              </p:cNvCxnSpPr>
                              <p:nvPr/>
                            </p:nvCxnSpPr>
                            <p:spPr>
                              <a:xfrm>
                                <a:off x="5840935" y="1249487"/>
                                <a:ext cx="2288130" cy="180886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/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3" name="Straight Arrow Connector 32">
                                <a:extLst>
                                  <a:ext uri="{FF2B5EF4-FFF2-40B4-BE49-F238E27FC236}">
                                    <a16:creationId xmlns:a16="http://schemas.microsoft.com/office/drawing/2014/main" id="{3099A5C1-A2CD-B42C-6A88-CAE93A5099F7}"/>
                                  </a:ext>
                                </a:extLst>
                              </p:cNvPr>
                              <p:cNvCxnSpPr>
                                <a:stCxn id="39" idx="7"/>
                                <a:endCxn id="41" idx="3"/>
                              </p:cNvCxnSpPr>
                              <p:nvPr/>
                            </p:nvCxnSpPr>
                            <p:spPr>
                              <a:xfrm flipV="1">
                                <a:off x="5840935" y="3525327"/>
                                <a:ext cx="2288130" cy="1443106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/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4" name="Straight Arrow Connector 33">
                                <a:extLst>
                                  <a:ext uri="{FF2B5EF4-FFF2-40B4-BE49-F238E27FC236}">
                                    <a16:creationId xmlns:a16="http://schemas.microsoft.com/office/drawing/2014/main" id="{8FC565B9-B8E3-6CDF-5264-2A97352E3C09}"/>
                                  </a:ext>
                                </a:extLst>
                              </p:cNvPr>
                              <p:cNvCxnSpPr>
                                <a:stCxn id="40" idx="6"/>
                                <a:endCxn id="41" idx="2"/>
                              </p:cNvCxnSpPr>
                              <p:nvPr/>
                            </p:nvCxnSpPr>
                            <p:spPr>
                              <a:xfrm>
                                <a:off x="5943600" y="3291840"/>
                                <a:ext cx="208280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35" name="Straight Arrow Connector 34">
                                <a:extLst>
                                  <a:ext uri="{FF2B5EF4-FFF2-40B4-BE49-F238E27FC236}">
                                    <a16:creationId xmlns:a16="http://schemas.microsoft.com/office/drawing/2014/main" id="{FCDFBF21-280B-CBA0-FCCE-BCC9F4DBC95E}"/>
                                  </a:ext>
                                </a:extLst>
                              </p:cNvPr>
                              <p:cNvCxnSpPr>
                                <a:stCxn id="41" idx="6"/>
                                <a:endCxn id="42" idx="2"/>
                              </p:cNvCxnSpPr>
                              <p:nvPr/>
                            </p:nvCxnSpPr>
                            <p:spPr>
                              <a:xfrm>
                                <a:off x="8727440" y="3291840"/>
                                <a:ext cx="1076960" cy="0"/>
                              </a:xfrm>
                              <a:prstGeom prst="straightConnector1">
                                <a:avLst/>
                              </a:prstGeom>
                              <a:ln>
                                <a:tailEnd type="triangle"/>
                              </a:ln>
                              <a:effectLst>
                                <a:glow rad="63500">
                                  <a:schemeClr val="accent5">
                                    <a:satMod val="175000"/>
                                    <a:alpha val="40000"/>
                                  </a:schemeClr>
                                </a:glow>
                              </a:effectLst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25" name="TextBox 24">
                              <a:extLst>
                                <a:ext uri="{FF2B5EF4-FFF2-40B4-BE49-F238E27FC236}">
                                  <a16:creationId xmlns:a16="http://schemas.microsoft.com/office/drawing/2014/main" id="{E243DF6F-058B-3D12-AEF4-1D2FF18ADD9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574800" y="3291841"/>
                              <a:ext cx="1279094" cy="3567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(10 / 10, 1)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23" name="TextBox 22">
                            <a:extLst>
                              <a:ext uri="{FF2B5EF4-FFF2-40B4-BE49-F238E27FC236}">
                                <a16:creationId xmlns:a16="http://schemas.microsoft.com/office/drawing/2014/main" id="{9BC67641-1633-B376-9E1D-DF82B9F75EA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348785" y="4125959"/>
                            <a:ext cx="1137921" cy="3567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sz="1400" b="1" dirty="0"/>
                              <a:t>(5 / 10, 1)</a:t>
                            </a:r>
                          </a:p>
                        </p:txBody>
                      </p:sp>
                    </p:grpSp>
                    <p:sp>
                      <p:nvSpPr>
                        <p:cNvPr id="21" name="TextBox 20">
                          <a:extLst>
                            <a:ext uri="{FF2B5EF4-FFF2-40B4-BE49-F238E27FC236}">
                              <a16:creationId xmlns:a16="http://schemas.microsoft.com/office/drawing/2014/main" id="{A3FA5F1A-A5CD-573B-A242-FDCDD8DA2A9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775505" y="1677399"/>
                          <a:ext cx="938735" cy="35676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sz="1400" b="1" dirty="0"/>
                            <a:t>(5 / 5, 1)</a:t>
                          </a:r>
                        </a:p>
                      </p:txBody>
                    </p:sp>
                  </p:grpSp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1026FF32-05B9-F481-1715-2B0B2750B3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653280" y="2443866"/>
                        <a:ext cx="1137921" cy="35676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(5 / 10, 1)</a:t>
                        </a:r>
                      </a:p>
                    </p:txBody>
                  </p:sp>
                </p:grpSp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5BB2A3E9-03EF-B79C-DEC2-2277960DE3D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85000" y="1936287"/>
                      <a:ext cx="1137921" cy="3567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400" b="1" dirty="0"/>
                        <a:t>(0 / 5, 3)</a:t>
                      </a:r>
                    </a:p>
                  </p:txBody>
                </p:sp>
              </p:grp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A82F2008-F41A-B442-8E12-C3FB5544D5DA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680" y="3259723"/>
                    <a:ext cx="1346202" cy="35676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/>
                      <a:t>(10 / 10, 1)</a:t>
                    </a:r>
                  </a:p>
                </p:txBody>
              </p:sp>
            </p:grp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7F3488E-85F1-C25E-CCDC-ECC9E71FC96D}"/>
                    </a:ext>
                  </a:extLst>
                </p:cNvPr>
                <p:cNvSpPr txBox="1"/>
                <p:nvPr/>
              </p:nvSpPr>
              <p:spPr>
                <a:xfrm>
                  <a:off x="4618957" y="3872766"/>
                  <a:ext cx="1137921" cy="3567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 dirty="0"/>
                    <a:t>(5 / 10, 1)</a:t>
                  </a:r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EA634D6-CBA2-A0DC-E447-41BD3537DC5F}"/>
                  </a:ext>
                </a:extLst>
              </p:cNvPr>
              <p:cNvSpPr txBox="1"/>
              <p:nvPr/>
            </p:nvSpPr>
            <p:spPr>
              <a:xfrm>
                <a:off x="6721373" y="4295236"/>
                <a:ext cx="1137921" cy="356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(0 / 7, 4)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55053E8-4DD3-85CC-74CE-834F3F5FF803}"/>
                </a:ext>
              </a:extLst>
            </p:cNvPr>
            <p:cNvSpPr txBox="1"/>
            <p:nvPr/>
          </p:nvSpPr>
          <p:spPr>
            <a:xfrm>
              <a:off x="8696960" y="3291839"/>
              <a:ext cx="1302167" cy="356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/>
                <a:t>(10 / 15, 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5213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FFF1-47A0-98E3-C570-EE62C365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D12ED6-B53C-64FD-0091-D75E23AEB862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10 (6): rebuild residual and repeat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A64B173-DA97-B914-6487-70D21E312E96}"/>
              </a:ext>
            </a:extLst>
          </p:cNvPr>
          <p:cNvGrpSpPr/>
          <p:nvPr/>
        </p:nvGrpSpPr>
        <p:grpSpPr>
          <a:xfrm>
            <a:off x="1036007" y="1798320"/>
            <a:ext cx="8392160" cy="4180840"/>
            <a:chOff x="1036007" y="1798320"/>
            <a:chExt cx="8392160" cy="418084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8C1AFFE-5AA6-DB78-CAF3-18709367FA18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1036007" y="1798320"/>
              <a:chExt cx="8392160" cy="418084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62F1529-005E-B16C-BCCD-677698DC0F50}"/>
                  </a:ext>
                </a:extLst>
              </p:cNvPr>
              <p:cNvGrpSpPr/>
              <p:nvPr/>
            </p:nvGrpSpPr>
            <p:grpSpPr>
              <a:xfrm>
                <a:off x="1036007" y="1798320"/>
                <a:ext cx="8392160" cy="4180840"/>
                <a:chOff x="1036007" y="1798320"/>
                <a:chExt cx="8392160" cy="418084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DBBE3152-49C9-10C2-3A33-2645780985C2}"/>
                    </a:ext>
                  </a:extLst>
                </p:cNvPr>
                <p:cNvGrpSpPr/>
                <p:nvPr/>
              </p:nvGrpSpPr>
              <p:grpSpPr>
                <a:xfrm>
                  <a:off x="1036007" y="1798320"/>
                  <a:ext cx="8392160" cy="4180840"/>
                  <a:chOff x="1036007" y="1798320"/>
                  <a:chExt cx="8392160" cy="4180840"/>
                </a:xfrm>
              </p:grpSpPr>
              <p:grpSp>
                <p:nvGrpSpPr>
                  <p:cNvPr id="44" name="Group 43">
                    <a:extLst>
                      <a:ext uri="{FF2B5EF4-FFF2-40B4-BE49-F238E27FC236}">
                        <a16:creationId xmlns:a16="http://schemas.microsoft.com/office/drawing/2014/main" id="{625C2DEB-704D-834C-9E73-01B4CBB50A9D}"/>
                      </a:ext>
                    </a:extLst>
                  </p:cNvPr>
                  <p:cNvGrpSpPr/>
                  <p:nvPr/>
                </p:nvGrpSpPr>
                <p:grpSpPr>
                  <a:xfrm>
                    <a:off x="1036007" y="1798320"/>
                    <a:ext cx="8392160" cy="4180840"/>
                    <a:chOff x="1036007" y="1798320"/>
                    <a:chExt cx="8392160" cy="4180840"/>
                  </a:xfrm>
                </p:grpSpPr>
                <p:grpSp>
                  <p:nvGrpSpPr>
                    <p:cNvPr id="46" name="Group 45">
                      <a:extLst>
                        <a:ext uri="{FF2B5EF4-FFF2-40B4-BE49-F238E27FC236}">
                          <a16:creationId xmlns:a16="http://schemas.microsoft.com/office/drawing/2014/main" id="{93002B1C-4691-3B7D-3B7B-DF3F0F4FEE0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6007" y="1798320"/>
                      <a:ext cx="8392160" cy="4180840"/>
                      <a:chOff x="1036007" y="1798320"/>
                      <a:chExt cx="8392160" cy="4180840"/>
                    </a:xfrm>
                  </p:grpSpPr>
                  <p:grpSp>
                    <p:nvGrpSpPr>
                      <p:cNvPr id="48" name="Group 47">
                        <a:extLst>
                          <a:ext uri="{FF2B5EF4-FFF2-40B4-BE49-F238E27FC236}">
                            <a16:creationId xmlns:a16="http://schemas.microsoft.com/office/drawing/2014/main" id="{000E559B-E06F-EDE6-A7CD-6C18DC902DE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36007" y="1798320"/>
                        <a:ext cx="8392160" cy="4180840"/>
                        <a:chOff x="1036007" y="1798320"/>
                        <a:chExt cx="8392160" cy="4180840"/>
                      </a:xfrm>
                    </p:grpSpPr>
                    <p:grpSp>
                      <p:nvGrpSpPr>
                        <p:cNvPr id="50" name="Group 49">
                          <a:extLst>
                            <a:ext uri="{FF2B5EF4-FFF2-40B4-BE49-F238E27FC236}">
                              <a16:creationId xmlns:a16="http://schemas.microsoft.com/office/drawing/2014/main" id="{B1FDBCF4-64DD-B9C1-748C-0E781A03B9D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36007" y="1798320"/>
                          <a:ext cx="8392160" cy="4180840"/>
                          <a:chOff x="873760" y="1747520"/>
                          <a:chExt cx="8392160" cy="4180840"/>
                        </a:xfrm>
                      </p:grpSpPr>
                      <p:cxnSp>
                        <p:nvCxnSpPr>
                          <p:cNvPr id="52" name="Straight Arrow Connector 51">
                            <a:extLst>
                              <a:ext uri="{FF2B5EF4-FFF2-40B4-BE49-F238E27FC236}">
                                <a16:creationId xmlns:a16="http://schemas.microsoft.com/office/drawing/2014/main" id="{C90DF7DC-6CF6-A214-C9AC-5093FE2EFA7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 flipV="1">
                            <a:off x="3309724" y="4159569"/>
                            <a:ext cx="1564991" cy="1244945"/>
                          </a:xfrm>
                          <a:prstGeom prst="straightConnector1">
                            <a:avLst/>
                          </a:prstGeom>
                          <a:ln>
                            <a:tailEnd type="triangle"/>
                          </a:ln>
                          <a:effectLst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53" name="Group 52">
                            <a:extLst>
                              <a:ext uri="{FF2B5EF4-FFF2-40B4-BE49-F238E27FC236}">
                                <a16:creationId xmlns:a16="http://schemas.microsoft.com/office/drawing/2014/main" id="{62E5B6CE-0E94-BC9D-47AB-24FDF532900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3760" y="1747520"/>
                            <a:ext cx="8392160" cy="4180840"/>
                            <a:chOff x="873760" y="1747520"/>
                            <a:chExt cx="8392160" cy="4180840"/>
                          </a:xfrm>
                        </p:grpSpPr>
                        <p:grpSp>
                          <p:nvGrpSpPr>
                            <p:cNvPr id="54" name="Group 53">
                              <a:extLst>
                                <a:ext uri="{FF2B5EF4-FFF2-40B4-BE49-F238E27FC236}">
                                  <a16:creationId xmlns:a16="http://schemas.microsoft.com/office/drawing/2014/main" id="{1A187816-AB14-E0F8-1F12-56444641AEC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873760" y="1747520"/>
                              <a:ext cx="8392160" cy="418084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56" name="Group 55">
                                <a:extLst>
                                  <a:ext uri="{FF2B5EF4-FFF2-40B4-BE49-F238E27FC236}">
                                    <a16:creationId xmlns:a16="http://schemas.microsoft.com/office/drawing/2014/main" id="{595DEB43-A3D1-87A6-E26C-C3FEB69E302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58" name="Group 57">
                                  <a:extLst>
                                    <a:ext uri="{FF2B5EF4-FFF2-40B4-BE49-F238E27FC236}">
                                      <a16:creationId xmlns:a16="http://schemas.microsoft.com/office/drawing/2014/main" id="{9AD9166C-5490-8754-6133-41341D9CCAE2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62" name="Group 61">
                                    <a:extLst>
                                      <a:ext uri="{FF2B5EF4-FFF2-40B4-BE49-F238E27FC236}">
                                        <a16:creationId xmlns:a16="http://schemas.microsoft.com/office/drawing/2014/main" id="{E3CF26E7-B68C-0C7A-E7D9-5A3916979C9B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64" name="Group 63">
                                      <a:extLst>
                                        <a:ext uri="{FF2B5EF4-FFF2-40B4-BE49-F238E27FC236}">
                                          <a16:creationId xmlns:a16="http://schemas.microsoft.com/office/drawing/2014/main" id="{129ED614-AB7D-9065-C7A2-B1A93854E174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66" name="Group 6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9892D14F-01E6-E56C-04AB-3008DFB04DA7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68" name="Group 6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D0A0793E-DD39-F8C9-78B8-BD3FF011110B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grpSp>
                                        <p:nvGrpSpPr>
                                          <p:cNvPr id="70" name="Group 6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245F8F57-6F83-902E-F9C4-35854A7F00F6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741680" y="685800"/>
                                            <a:ext cx="9763760" cy="4846320"/>
                                            <a:chOff x="741680" y="685800"/>
                                            <a:chExt cx="9763760" cy="4846320"/>
                                          </a:xfrm>
                                        </p:grpSpPr>
                                        <p:grpSp>
                                          <p:nvGrpSpPr>
                                            <p:cNvPr id="72" name="Group 71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9E424453-C85E-D9E4-9645-9E4E95E8C60A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741680" y="685800"/>
                                              <a:ext cx="9763760" cy="4846320"/>
                                              <a:chOff x="741680" y="685800"/>
                                              <a:chExt cx="9763760" cy="484632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74" name="Group 7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44D095B-724D-C23B-995E-F385A5B9B70C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741680" y="685800"/>
                                                <a:ext cx="9763760" cy="4846320"/>
                                                <a:chOff x="741680" y="685800"/>
                                                <a:chExt cx="9763760" cy="4846320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84" name="Oval 8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95EC758D-B544-0307-4F6A-247C7459F3DE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7416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6"/>
                                                </a:lnRef>
                                                <a:fillRef idx="2">
                                                  <a:schemeClr val="accent6"/>
                                                </a:fillRef>
                                                <a:effectRef idx="1">
                                                  <a:schemeClr val="accent6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s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5" name="Oval 8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9F2EC38B-0815-BB23-203F-31EC533F27B3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9260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1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6" name="Oval 8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0774270-64C7-05FB-1711-366DC5988449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68580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3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7" name="Oval 8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4091E61E-40A5-F4AA-8087-C07796CC96FC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487172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2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8" name="Oval 8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5962195-8CAC-F254-E953-168B81BA9EDE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6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9" name="Oval 88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6F8DEEB2-DC70-E969-2836-1C2FFEF0670F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8026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4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90" name="Oval 89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05E6D600-CB14-2BEB-E945-036B85CE2E39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9804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6"/>
                                                </a:lnRef>
                                                <a:fillRef idx="2">
                                                  <a:schemeClr val="accent6"/>
                                                </a:fillRef>
                                                <a:effectRef idx="1">
                                                  <a:schemeClr val="accent6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t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</p:grpSp>
                                          <p:cxnSp>
                                            <p:nvCxnSpPr>
                                              <p:cNvPr id="75" name="Straight Arrow Connector 7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240DC9A3-F578-CD5D-E834-B44531B16E39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85" idx="2"/>
                                                <a:endCxn id="84" idx="6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1442720" y="3291839"/>
                                                <a:ext cx="1483359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76" name="Straight Arrow Connector 75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C72A52FD-0B8A-1578-3BB7-2848AD080340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86" idx="3"/>
                                                <a:endCxn id="85" idx="7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3524454" y="1249486"/>
                                                <a:ext cx="1820770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77" name="Straight Arrow Connector 7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128152F9-116A-D48D-0612-D504155AC316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533978" y="1346200"/>
                                                <a:ext cx="0" cy="161544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78" name="Straight Arrow Connector 77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67926CA7-E5D4-AF4E-5A00-E47C87F48599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526590" y="3622040"/>
                                                <a:ext cx="0" cy="124968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79" name="Straight Arrow Connector 7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F29E6475-955D-D5B0-68D9-BBE523E21B7B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3491844" y="3578497"/>
                                                <a:ext cx="1820770" cy="144310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80" name="Straight Arrow Connector 7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86A705C-8BCB-3A10-BF65-F31966BADC59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86" idx="5"/>
                                                <a:endCxn id="89" idx="1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840934" y="1249486"/>
                                                <a:ext cx="2288131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81" name="Straight Arrow Connector 8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8965554-4AA3-B976-7D47-81F64EC0261C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87" idx="7"/>
                                                <a:endCxn id="89" idx="3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840934" y="3525326"/>
                                                <a:ext cx="2288131" cy="1443108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83" name="Straight Arrow Connector 8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AE9F57B2-0F86-63F4-D910-D09CFC7E05AC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8727440" y="3380171"/>
                                                <a:ext cx="107696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</p:grpSp>
                                        <p:sp>
                                          <p:nvSpPr>
                                            <p:cNvPr id="73" name="TextBox 72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72CCE650-9AE2-3BAD-1A4F-942084809F3C}"/>
                                                </a:ext>
                                              </a:extLst>
                                            </p:cNvPr>
                                            <p:cNvSpPr txBox="1"/>
                                            <p:nvPr/>
                                          </p:nvSpPr>
                                          <p:spPr>
                                            <a:xfrm>
                                              <a:off x="1811213" y="2906426"/>
                                              <a:ext cx="872695" cy="356767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noFill/>
                                          </p:spPr>
                                          <p:txBody>
                                            <a:bodyPr wrap="square" rtlCol="0">
                                              <a:spAutoFit/>
                                            </a:bodyPr>
                                            <a:lstStyle/>
                                            <a:p>
                                              <a:r>
                                                <a:rPr lang="en-US" sz="1400" b="1" dirty="0"/>
                                                <a:t>(10, -1)</a:t>
                                              </a:r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71" name="TextBox 70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DB7D9BF9-6041-47A9-B8DB-38676F71CC20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3670061" y="4161960"/>
                                            <a:ext cx="701041" cy="35676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</p:spPr>
                                        <p:txBody>
                                          <a:bodyPr wrap="square" rtlCol="0">
                                            <a:spAutoFit/>
                                          </a:bodyPr>
                                          <a:lstStyle/>
                                          <a:p>
                                            <a:r>
                                              <a:rPr lang="en-US" sz="1400" b="1" dirty="0"/>
                                              <a:t>(5, 1)</a:t>
                                            </a:r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69" name="TextBox 6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FC6926E-D59C-0F96-BDC5-0BFEBEC8C2EE}"/>
                                            </a:ext>
                                          </a:extLst>
                                        </p:cNvPr>
                                        <p:cNvSpPr txBox="1"/>
                                        <p:nvPr/>
                                      </p:nvSpPr>
                                      <p:spPr>
                                        <a:xfrm>
                                          <a:off x="3942964" y="1677399"/>
                                          <a:ext cx="938735" cy="356767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</p:spPr>
                                      <p:txBody>
                                        <a:bodyPr wrap="square" rtlCol="0">
                                          <a:spAutoFit/>
                                        </a:bodyPr>
                                        <a:lstStyle/>
                                        <a:p>
                                          <a:r>
                                            <a:rPr lang="en-US" sz="1400" b="1" dirty="0"/>
                                            <a:t>(5, -1)</a:t>
                                          </a:r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67" name="TextBox 66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3C67A0F7-7730-D73D-6014-0FBF49C67031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4901729" y="2425756"/>
                                        <a:ext cx="844193" cy="356767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sz="1400" b="1" dirty="0"/>
                                          <a:t>(5, 1)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65" name="TextBox 64">
                                      <a:extLst>
                                        <a:ext uri="{FF2B5EF4-FFF2-40B4-BE49-F238E27FC236}">
                                          <a16:creationId xmlns:a16="http://schemas.microsoft.com/office/drawing/2014/main" id="{758CE623-964F-BB86-1D2F-104ADC3A00BD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6985001" y="1936287"/>
                                      <a:ext cx="728824" cy="35676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sz="1400" b="1" dirty="0"/>
                                        <a:t>(5, 3)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61" name="TextBox 60">
                                    <a:extLst>
                                      <a:ext uri="{FF2B5EF4-FFF2-40B4-BE49-F238E27FC236}">
                                        <a16:creationId xmlns:a16="http://schemas.microsoft.com/office/drawing/2014/main" id="{C277D1DB-C6C1-B015-CBD2-93006CDF2547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4911271" y="3833803"/>
                                    <a:ext cx="832470" cy="35676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400" b="1" dirty="0"/>
                                      <a:t>(5, 1)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59" name="TextBox 58">
                                  <a:extLst>
                                    <a:ext uri="{FF2B5EF4-FFF2-40B4-BE49-F238E27FC236}">
                                      <a16:creationId xmlns:a16="http://schemas.microsoft.com/office/drawing/2014/main" id="{5A038C7A-09A6-7A90-1A19-D8C09B178BD7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878982" y="4233000"/>
                                  <a:ext cx="834844" cy="35676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sz="1400" b="1" dirty="0"/>
                                    <a:t>(7, 4)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57" name="TextBox 56">
                                <a:extLst>
                                  <a:ext uri="{FF2B5EF4-FFF2-40B4-BE49-F238E27FC236}">
                                    <a16:creationId xmlns:a16="http://schemas.microsoft.com/office/drawing/2014/main" id="{CCC12641-809D-298D-0A02-01B3B082B66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8934311" y="3380171"/>
                                <a:ext cx="701040" cy="35676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400" b="1" dirty="0"/>
                                  <a:t>(5, 1)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55" name="TextBox 54">
                              <a:extLst>
                                <a:ext uri="{FF2B5EF4-FFF2-40B4-BE49-F238E27FC236}">
                                  <a16:creationId xmlns:a16="http://schemas.microsoft.com/office/drawing/2014/main" id="{C6285BC1-DDF0-26C6-04D3-8FD1C754918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625332" y="4222533"/>
                              <a:ext cx="647789" cy="30777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(5, -1)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51" name="Straight Arrow Connector 50">
                          <a:extLst>
                            <a:ext uri="{FF2B5EF4-FFF2-40B4-BE49-F238E27FC236}">
                              <a16:creationId xmlns:a16="http://schemas.microsoft.com/office/drawing/2014/main" id="{D80FC2BE-10C9-679F-1309-4AB889D4ABCA}"/>
                            </a:ext>
                          </a:extLst>
                        </p:cNvPr>
                        <p:cNvCxnSpPr>
                          <a:cxnSpLocks/>
                          <a:endCxn id="89" idx="6"/>
                        </p:cNvCxnSpPr>
                        <p:nvPr/>
                      </p:nvCxnSpPr>
                      <p:spPr>
                        <a:xfrm flipH="1">
                          <a:off x="7899938" y="4046507"/>
                          <a:ext cx="925670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7F1AA2BB-15A4-2955-A318-783C39D2628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45239" y="3722441"/>
                        <a:ext cx="853228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(10, -1)</a:t>
                        </a:r>
                      </a:p>
                    </p:txBody>
                  </p:sp>
                </p:grpSp>
                <p:cxnSp>
                  <p:nvCxnSpPr>
                    <p:cNvPr id="47" name="Straight Arrow Connector 46">
                      <a:extLst>
                        <a:ext uri="{FF2B5EF4-FFF2-40B4-BE49-F238E27FC236}">
                          <a16:creationId xmlns:a16="http://schemas.microsoft.com/office/drawing/2014/main" id="{77C85BFB-E433-A6B8-03F8-1AEC7784F1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237639" y="4331365"/>
                      <a:ext cx="0" cy="1078079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09CB63C5-4861-7030-8DCB-08357F306391}"/>
                      </a:ext>
                    </a:extLst>
                  </p:cNvPr>
                  <p:cNvSpPr txBox="1"/>
                  <p:nvPr/>
                </p:nvSpPr>
                <p:spPr>
                  <a:xfrm>
                    <a:off x="5205889" y="4550654"/>
                    <a:ext cx="71552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/>
                      <a:t>(5, -1)</a:t>
                    </a:r>
                  </a:p>
                </p:txBody>
              </p:sp>
            </p:grp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73A54062-7330-B94F-911B-E8E3A117151E}"/>
                    </a:ext>
                  </a:extLst>
                </p:cNvPr>
                <p:cNvCxnSpPr>
                  <a:cxnSpLocks/>
                  <a:stCxn id="89" idx="2"/>
                  <a:endCxn id="88" idx="6"/>
                </p:cNvCxnSpPr>
                <p:nvPr/>
              </p:nvCxnSpPr>
              <p:spPr>
                <a:xfrm flipH="1">
                  <a:off x="5507168" y="4046507"/>
                  <a:ext cx="179021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15C3E4-66AB-5211-2D6E-5C0F3249C23F}"/>
                  </a:ext>
                </a:extLst>
              </p:cNvPr>
              <p:cNvSpPr txBox="1"/>
              <p:nvPr/>
            </p:nvSpPr>
            <p:spPr>
              <a:xfrm>
                <a:off x="6103029" y="3742932"/>
                <a:ext cx="9780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(10, -1)</a:t>
                </a:r>
              </a:p>
            </p:txBody>
          </p:sp>
        </p:grp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41E82F10-EB29-DB99-FD45-9253711B1D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989" y="2368036"/>
              <a:ext cx="0" cy="13936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34EFC81C-254E-8A8D-BE1D-B1D8736F3B83}"/>
              </a:ext>
            </a:extLst>
          </p:cNvPr>
          <p:cNvSpPr txBox="1"/>
          <p:nvPr/>
        </p:nvSpPr>
        <p:spPr>
          <a:xfrm>
            <a:off x="5225440" y="2900231"/>
            <a:ext cx="725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(5, -1)</a:t>
            </a:r>
          </a:p>
        </p:txBody>
      </p:sp>
    </p:spTree>
    <p:extLst>
      <p:ext uri="{BB962C8B-B14F-4D97-AF65-F5344CB8AC3E}">
        <p14:creationId xmlns:p14="http://schemas.microsoft.com/office/powerpoint/2010/main" val="204178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B753D-6A83-3314-60AD-CBCA392B7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24CF70-084D-9DC1-D0B0-287991692CA9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11 (3): find SCCs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F01878C-A274-DE5D-AD2B-ECAF85518F53}"/>
              </a:ext>
            </a:extLst>
          </p:cNvPr>
          <p:cNvGrpSpPr/>
          <p:nvPr/>
        </p:nvGrpSpPr>
        <p:grpSpPr>
          <a:xfrm>
            <a:off x="1036007" y="1798320"/>
            <a:ext cx="8392160" cy="4180840"/>
            <a:chOff x="1036007" y="1798320"/>
            <a:chExt cx="8392160" cy="418084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2D0F8BA-280F-FE1E-70B0-BFFB15C2FF15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1036007" y="1798320"/>
              <a:chExt cx="8392160" cy="418084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F5F0946-6B7C-D068-F78B-3167DF6BC221}"/>
                  </a:ext>
                </a:extLst>
              </p:cNvPr>
              <p:cNvGrpSpPr/>
              <p:nvPr/>
            </p:nvGrpSpPr>
            <p:grpSpPr>
              <a:xfrm>
                <a:off x="1036007" y="1798320"/>
                <a:ext cx="8392160" cy="4180840"/>
                <a:chOff x="1036007" y="1798320"/>
                <a:chExt cx="8392160" cy="4180840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F74C5855-89E3-D54D-A431-E16138164C18}"/>
                    </a:ext>
                  </a:extLst>
                </p:cNvPr>
                <p:cNvGrpSpPr/>
                <p:nvPr/>
              </p:nvGrpSpPr>
              <p:grpSpPr>
                <a:xfrm>
                  <a:off x="1036007" y="1798320"/>
                  <a:ext cx="8392160" cy="4180840"/>
                  <a:chOff x="1036007" y="1798320"/>
                  <a:chExt cx="8392160" cy="4180840"/>
                </a:xfrm>
              </p:grpSpPr>
              <p:grpSp>
                <p:nvGrpSpPr>
                  <p:cNvPr id="44" name="Group 43">
                    <a:extLst>
                      <a:ext uri="{FF2B5EF4-FFF2-40B4-BE49-F238E27FC236}">
                        <a16:creationId xmlns:a16="http://schemas.microsoft.com/office/drawing/2014/main" id="{D76D2B8C-DCC0-5DCA-082E-511B5C2DAAB3}"/>
                      </a:ext>
                    </a:extLst>
                  </p:cNvPr>
                  <p:cNvGrpSpPr/>
                  <p:nvPr/>
                </p:nvGrpSpPr>
                <p:grpSpPr>
                  <a:xfrm>
                    <a:off x="1036007" y="1798320"/>
                    <a:ext cx="8392160" cy="4180840"/>
                    <a:chOff x="1036007" y="1798320"/>
                    <a:chExt cx="8392160" cy="4180840"/>
                  </a:xfrm>
                </p:grpSpPr>
                <p:grpSp>
                  <p:nvGrpSpPr>
                    <p:cNvPr id="46" name="Group 45">
                      <a:extLst>
                        <a:ext uri="{FF2B5EF4-FFF2-40B4-BE49-F238E27FC236}">
                          <a16:creationId xmlns:a16="http://schemas.microsoft.com/office/drawing/2014/main" id="{8B5A664E-E39C-62C5-ADE7-98E9210BFDC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6007" y="1798320"/>
                      <a:ext cx="8392160" cy="4180840"/>
                      <a:chOff x="1036007" y="1798320"/>
                      <a:chExt cx="8392160" cy="4180840"/>
                    </a:xfrm>
                  </p:grpSpPr>
                  <p:grpSp>
                    <p:nvGrpSpPr>
                      <p:cNvPr id="48" name="Group 47">
                        <a:extLst>
                          <a:ext uri="{FF2B5EF4-FFF2-40B4-BE49-F238E27FC236}">
                            <a16:creationId xmlns:a16="http://schemas.microsoft.com/office/drawing/2014/main" id="{82844356-C9FD-9C15-2441-6174037E27B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36007" y="1798320"/>
                        <a:ext cx="8392160" cy="4180840"/>
                        <a:chOff x="1036007" y="1798320"/>
                        <a:chExt cx="8392160" cy="4180840"/>
                      </a:xfrm>
                    </p:grpSpPr>
                    <p:grpSp>
                      <p:nvGrpSpPr>
                        <p:cNvPr id="50" name="Group 49">
                          <a:extLst>
                            <a:ext uri="{FF2B5EF4-FFF2-40B4-BE49-F238E27FC236}">
                              <a16:creationId xmlns:a16="http://schemas.microsoft.com/office/drawing/2014/main" id="{AAF412CA-4CF0-8C65-BC4D-BEEB99B411A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36007" y="1798320"/>
                          <a:ext cx="8392160" cy="4180840"/>
                          <a:chOff x="873760" y="1747520"/>
                          <a:chExt cx="8392160" cy="4180840"/>
                        </a:xfrm>
                      </p:grpSpPr>
                      <p:cxnSp>
                        <p:nvCxnSpPr>
                          <p:cNvPr id="52" name="Straight Arrow Connector 51">
                            <a:extLst>
                              <a:ext uri="{FF2B5EF4-FFF2-40B4-BE49-F238E27FC236}">
                                <a16:creationId xmlns:a16="http://schemas.microsoft.com/office/drawing/2014/main" id="{22C26226-0AD6-5B5E-784F-3A69A081681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 flipV="1">
                            <a:off x="3309724" y="4159569"/>
                            <a:ext cx="1564991" cy="1244945"/>
                          </a:xfrm>
                          <a:prstGeom prst="straightConnector1">
                            <a:avLst/>
                          </a:prstGeom>
                          <a:ln>
                            <a:tailEnd type="triangle"/>
                          </a:ln>
                          <a:effectLst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53" name="Group 52">
                            <a:extLst>
                              <a:ext uri="{FF2B5EF4-FFF2-40B4-BE49-F238E27FC236}">
                                <a16:creationId xmlns:a16="http://schemas.microsoft.com/office/drawing/2014/main" id="{185CD5A3-ADFF-1916-34E7-D7D989C3CDA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3760" y="1747520"/>
                            <a:ext cx="8392160" cy="4180840"/>
                            <a:chOff x="873760" y="1747520"/>
                            <a:chExt cx="8392160" cy="4180840"/>
                          </a:xfrm>
                        </p:grpSpPr>
                        <p:grpSp>
                          <p:nvGrpSpPr>
                            <p:cNvPr id="54" name="Group 53">
                              <a:extLst>
                                <a:ext uri="{FF2B5EF4-FFF2-40B4-BE49-F238E27FC236}">
                                  <a16:creationId xmlns:a16="http://schemas.microsoft.com/office/drawing/2014/main" id="{2960F3D8-B8B6-C8C3-65AD-0CEE4CF6ADA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873760" y="1747520"/>
                              <a:ext cx="8392160" cy="418084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56" name="Group 55">
                                <a:extLst>
                                  <a:ext uri="{FF2B5EF4-FFF2-40B4-BE49-F238E27FC236}">
                                    <a16:creationId xmlns:a16="http://schemas.microsoft.com/office/drawing/2014/main" id="{6190AAAE-61A4-4C3B-8389-8B8BC1A3B4A2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58" name="Group 57">
                                  <a:extLst>
                                    <a:ext uri="{FF2B5EF4-FFF2-40B4-BE49-F238E27FC236}">
                                      <a16:creationId xmlns:a16="http://schemas.microsoft.com/office/drawing/2014/main" id="{7A72BDB3-DDD8-EC84-F410-047B2188EC52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62" name="Group 61">
                                    <a:extLst>
                                      <a:ext uri="{FF2B5EF4-FFF2-40B4-BE49-F238E27FC236}">
                                        <a16:creationId xmlns:a16="http://schemas.microsoft.com/office/drawing/2014/main" id="{43F4FBD5-B592-F448-2109-95FA19029B13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64" name="Group 63">
                                      <a:extLst>
                                        <a:ext uri="{FF2B5EF4-FFF2-40B4-BE49-F238E27FC236}">
                                          <a16:creationId xmlns:a16="http://schemas.microsoft.com/office/drawing/2014/main" id="{EDFBB22B-F27E-81F9-2529-CB28E59CA2F7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66" name="Group 6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0ECDD071-0C30-181B-EEBD-618F52FDE830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68" name="Group 6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8976838B-DDE5-F0D0-A5B9-6385B2370DE6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grpSp>
                                        <p:nvGrpSpPr>
                                          <p:cNvPr id="70" name="Group 6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D27861AA-1814-EFFF-BA6C-E6016B85FF53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741680" y="685800"/>
                                            <a:ext cx="9763760" cy="4846320"/>
                                            <a:chOff x="741680" y="685800"/>
                                            <a:chExt cx="9763760" cy="4846320"/>
                                          </a:xfrm>
                                        </p:grpSpPr>
                                        <p:grpSp>
                                          <p:nvGrpSpPr>
                                            <p:cNvPr id="72" name="Group 71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DBA74403-94F6-B606-3540-5E25E96B60FF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741680" y="685800"/>
                                              <a:ext cx="9763760" cy="4846320"/>
                                              <a:chOff x="741680" y="685800"/>
                                              <a:chExt cx="9763760" cy="484632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74" name="Group 7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DB96296C-F8D0-EC3D-4B4F-E97C864945D5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741680" y="685800"/>
                                                <a:ext cx="9763760" cy="4846320"/>
                                                <a:chOff x="741680" y="685800"/>
                                                <a:chExt cx="9763760" cy="4846320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84" name="Oval 8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889D106A-1203-CA6D-E663-1A7E6D6ECCF8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7416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4"/>
                                                </a:lnRef>
                                                <a:fillRef idx="2">
                                                  <a:schemeClr val="accent4"/>
                                                </a:fillRef>
                                                <a:effectRef idx="1">
                                                  <a:schemeClr val="accent4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s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5" name="Oval 8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C8AD17BB-5026-57B7-03A9-37A3818D01F9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9260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1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6" name="Oval 8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E3910E14-1128-C31C-9308-5D71A076D0E8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68580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3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7" name="Oval 8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179683AD-F967-8A7C-C7D8-3910AA231CF2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487172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2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8" name="Oval 8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D8016EC2-2815-E1E8-CE44-1AC5B9476D57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6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9" name="Oval 88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11FBDCE5-53FE-FE2F-40F1-38EC4996066D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8026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4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90" name="Oval 89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75C7705C-A04C-414D-BF1A-A3F9A7795426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9804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2"/>
                                                </a:lnRef>
                                                <a:fillRef idx="2">
                                                  <a:schemeClr val="accent2"/>
                                                </a:fillRef>
                                                <a:effectRef idx="1">
                                                  <a:schemeClr val="accent2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t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</p:grpSp>
                                          <p:cxnSp>
                                            <p:nvCxnSpPr>
                                              <p:cNvPr id="75" name="Straight Arrow Connector 7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928519AA-73E9-6101-2FA7-2136681078FC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85" idx="2"/>
                                                <a:endCxn id="84" idx="6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1442720" y="3291839"/>
                                                <a:ext cx="1483359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76" name="Straight Arrow Connector 75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F5124758-D19B-1542-5162-75F640CC0E2B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86" idx="3"/>
                                                <a:endCxn id="85" idx="7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3524454" y="1249486"/>
                                                <a:ext cx="1820770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77" name="Straight Arrow Connector 76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5E1CC226-E906-8BA7-AAA9-346F9A5ACB9F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533978" y="1346200"/>
                                                <a:ext cx="0" cy="161544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78" name="Straight Arrow Connector 77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609A90C3-EAB2-0D50-38DF-2D9386BC57D8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526590" y="3622040"/>
                                                <a:ext cx="0" cy="124968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79" name="Straight Arrow Connector 7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715FFDB7-98CB-CE26-5AD4-D02F10A85B35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3491844" y="3578497"/>
                                                <a:ext cx="1820770" cy="144310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80" name="Straight Arrow Connector 7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1CC6A3C3-E909-051A-95AF-BA63C9D34CB7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86" idx="5"/>
                                                <a:endCxn id="89" idx="1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840934" y="1249486"/>
                                                <a:ext cx="2288131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81" name="Straight Arrow Connector 8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D3A24449-980F-FB37-4242-FA2899C635C6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87" idx="7"/>
                                                <a:endCxn id="89" idx="3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840934" y="3525326"/>
                                                <a:ext cx="2288131" cy="1443108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83" name="Straight Arrow Connector 8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B731DD7E-021F-8C27-DC71-8BD138C4FCEC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8727440" y="3380171"/>
                                                <a:ext cx="107696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</p:grpSp>
                                        <p:sp>
                                          <p:nvSpPr>
                                            <p:cNvPr id="73" name="TextBox 72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9D9681C1-3C51-D1A9-4232-ECC1FC3798BE}"/>
                                                </a:ext>
                                              </a:extLst>
                                            </p:cNvPr>
                                            <p:cNvSpPr txBox="1"/>
                                            <p:nvPr/>
                                          </p:nvSpPr>
                                          <p:spPr>
                                            <a:xfrm>
                                              <a:off x="1811213" y="2906426"/>
                                              <a:ext cx="872695" cy="356767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noFill/>
                                          </p:spPr>
                                          <p:txBody>
                                            <a:bodyPr wrap="square" rtlCol="0">
                                              <a:spAutoFit/>
                                            </a:bodyPr>
                                            <a:lstStyle/>
                                            <a:p>
                                              <a:r>
                                                <a:rPr lang="en-US" sz="1400" b="1" dirty="0"/>
                                                <a:t>(10, -1)</a:t>
                                              </a:r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71" name="TextBox 70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CCD06B1F-826D-C79B-FE39-C63C68141DFD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3670061" y="4161960"/>
                                            <a:ext cx="701041" cy="35676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</p:spPr>
                                        <p:txBody>
                                          <a:bodyPr wrap="square" rtlCol="0">
                                            <a:spAutoFit/>
                                          </a:bodyPr>
                                          <a:lstStyle/>
                                          <a:p>
                                            <a:r>
                                              <a:rPr lang="en-US" sz="1400" b="1" dirty="0"/>
                                              <a:t>(5, 1)</a:t>
                                            </a:r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69" name="TextBox 6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6505AE80-17AA-44D7-C574-80B30F46056A}"/>
                                            </a:ext>
                                          </a:extLst>
                                        </p:cNvPr>
                                        <p:cNvSpPr txBox="1"/>
                                        <p:nvPr/>
                                      </p:nvSpPr>
                                      <p:spPr>
                                        <a:xfrm>
                                          <a:off x="3942964" y="1677399"/>
                                          <a:ext cx="938735" cy="356767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</p:spPr>
                                      <p:txBody>
                                        <a:bodyPr wrap="square" rtlCol="0">
                                          <a:spAutoFit/>
                                        </a:bodyPr>
                                        <a:lstStyle/>
                                        <a:p>
                                          <a:r>
                                            <a:rPr lang="en-US" sz="1400" b="1" dirty="0"/>
                                            <a:t>(5, -1)</a:t>
                                          </a:r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67" name="TextBox 66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1F51BB74-0594-DF17-E741-57FDBA7F1B38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4901729" y="2425756"/>
                                        <a:ext cx="844193" cy="356767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sz="1400" b="1" dirty="0"/>
                                          <a:t>(5, 1)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65" name="TextBox 64">
                                      <a:extLst>
                                        <a:ext uri="{FF2B5EF4-FFF2-40B4-BE49-F238E27FC236}">
                                          <a16:creationId xmlns:a16="http://schemas.microsoft.com/office/drawing/2014/main" id="{49324038-6224-CFD3-043C-A1F823FB82CB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6985001" y="1936287"/>
                                      <a:ext cx="728824" cy="35676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sz="1400" b="1" dirty="0"/>
                                        <a:t>(5, 3)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61" name="TextBox 60">
                                    <a:extLst>
                                      <a:ext uri="{FF2B5EF4-FFF2-40B4-BE49-F238E27FC236}">
                                        <a16:creationId xmlns:a16="http://schemas.microsoft.com/office/drawing/2014/main" id="{028BF5DF-CD7B-634F-3D1F-EA60195106F6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4911271" y="3833803"/>
                                    <a:ext cx="832470" cy="356767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400" b="1" dirty="0"/>
                                      <a:t>(5, 1)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59" name="TextBox 58">
                                  <a:extLst>
                                    <a:ext uri="{FF2B5EF4-FFF2-40B4-BE49-F238E27FC236}">
                                      <a16:creationId xmlns:a16="http://schemas.microsoft.com/office/drawing/2014/main" id="{ADBE79A9-C4BD-9548-72CD-C62F85D51415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878982" y="4233000"/>
                                  <a:ext cx="834844" cy="35676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sz="1400" b="1" dirty="0"/>
                                    <a:t>(7, 4)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57" name="TextBox 56">
                                <a:extLst>
                                  <a:ext uri="{FF2B5EF4-FFF2-40B4-BE49-F238E27FC236}">
                                    <a16:creationId xmlns:a16="http://schemas.microsoft.com/office/drawing/2014/main" id="{B6702D7C-EE22-FF55-A745-C8CBC0A7AEE6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8934311" y="3380171"/>
                                <a:ext cx="701040" cy="356767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sz="1400" b="1" dirty="0"/>
                                  <a:t>(5, 1)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55" name="TextBox 54">
                              <a:extLst>
                                <a:ext uri="{FF2B5EF4-FFF2-40B4-BE49-F238E27FC236}">
                                  <a16:creationId xmlns:a16="http://schemas.microsoft.com/office/drawing/2014/main" id="{7BE3A85E-B928-8C83-143C-BC134F2DCD3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625332" y="4222533"/>
                              <a:ext cx="647789" cy="30777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sz="1400" b="1" dirty="0"/>
                                <a:t>(5, -1)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51" name="Straight Arrow Connector 50">
                          <a:extLst>
                            <a:ext uri="{FF2B5EF4-FFF2-40B4-BE49-F238E27FC236}">
                              <a16:creationId xmlns:a16="http://schemas.microsoft.com/office/drawing/2014/main" id="{7AAEDE22-9EFE-2F94-FBD5-016582D7460B}"/>
                            </a:ext>
                          </a:extLst>
                        </p:cNvPr>
                        <p:cNvCxnSpPr>
                          <a:cxnSpLocks/>
                          <a:endCxn id="89" idx="6"/>
                        </p:cNvCxnSpPr>
                        <p:nvPr/>
                      </p:nvCxnSpPr>
                      <p:spPr>
                        <a:xfrm flipH="1">
                          <a:off x="7899938" y="4046507"/>
                          <a:ext cx="925670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49" name="TextBox 48">
                        <a:extLst>
                          <a:ext uri="{FF2B5EF4-FFF2-40B4-BE49-F238E27FC236}">
                            <a16:creationId xmlns:a16="http://schemas.microsoft.com/office/drawing/2014/main" id="{AB44DCB7-F660-3C60-29C3-2BF4B2A0BDF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45239" y="3722441"/>
                        <a:ext cx="853228" cy="30777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sz="1400" b="1" dirty="0"/>
                          <a:t>(10, -1)</a:t>
                        </a:r>
                      </a:p>
                    </p:txBody>
                  </p:sp>
                </p:grpSp>
                <p:cxnSp>
                  <p:nvCxnSpPr>
                    <p:cNvPr id="47" name="Straight Arrow Connector 46">
                      <a:extLst>
                        <a:ext uri="{FF2B5EF4-FFF2-40B4-BE49-F238E27FC236}">
                          <a16:creationId xmlns:a16="http://schemas.microsoft.com/office/drawing/2014/main" id="{9F7F2E89-83DE-F6E4-C2BC-15A161FF95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237639" y="4331365"/>
                      <a:ext cx="0" cy="1078079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96B67806-6A01-7D83-FC3E-8C00957E4A8F}"/>
                      </a:ext>
                    </a:extLst>
                  </p:cNvPr>
                  <p:cNvSpPr txBox="1"/>
                  <p:nvPr/>
                </p:nvSpPr>
                <p:spPr>
                  <a:xfrm>
                    <a:off x="5205889" y="4550654"/>
                    <a:ext cx="71552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/>
                      <a:t>(5, -1)</a:t>
                    </a:r>
                  </a:p>
                </p:txBody>
              </p:sp>
            </p:grp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B72F25EF-89B8-F5BF-2E63-F2E8C793509D}"/>
                    </a:ext>
                  </a:extLst>
                </p:cNvPr>
                <p:cNvCxnSpPr>
                  <a:cxnSpLocks/>
                  <a:stCxn id="89" idx="2"/>
                  <a:endCxn id="88" idx="6"/>
                </p:cNvCxnSpPr>
                <p:nvPr/>
              </p:nvCxnSpPr>
              <p:spPr>
                <a:xfrm flipH="1">
                  <a:off x="5507168" y="4046507"/>
                  <a:ext cx="179021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3B72D5-59AF-7C73-F96F-750969485B45}"/>
                  </a:ext>
                </a:extLst>
              </p:cNvPr>
              <p:cNvSpPr txBox="1"/>
              <p:nvPr/>
            </p:nvSpPr>
            <p:spPr>
              <a:xfrm>
                <a:off x="6103029" y="3742932"/>
                <a:ext cx="97806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(10, -1)</a:t>
                </a:r>
              </a:p>
            </p:txBody>
          </p:sp>
        </p:grp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2254E8A-A559-D35C-DF0B-54214BE2A8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989" y="2368036"/>
              <a:ext cx="0" cy="13936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1734816D-BF33-02B8-2BDC-C76AADED0CED}"/>
              </a:ext>
            </a:extLst>
          </p:cNvPr>
          <p:cNvSpPr txBox="1"/>
          <p:nvPr/>
        </p:nvSpPr>
        <p:spPr>
          <a:xfrm>
            <a:off x="5225440" y="2900231"/>
            <a:ext cx="7256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(5, -1)</a:t>
            </a:r>
          </a:p>
        </p:txBody>
      </p:sp>
    </p:spTree>
    <p:extLst>
      <p:ext uri="{BB962C8B-B14F-4D97-AF65-F5344CB8AC3E}">
        <p14:creationId xmlns:p14="http://schemas.microsoft.com/office/powerpoint/2010/main" val="4285209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6CBE-739B-3C4B-8139-577EDC823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257C2-48C8-E939-FA1F-5D24200E47BE}"/>
              </a:ext>
            </a:extLst>
          </p:cNvPr>
          <p:cNvSpPr txBox="1"/>
          <p:nvPr/>
        </p:nvSpPr>
        <p:spPr>
          <a:xfrm>
            <a:off x="726222" y="396555"/>
            <a:ext cx="640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12 (4): no negative cycles found- terminate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BDCDB67-ECA2-54D9-4EC2-FC63122CCC11}"/>
              </a:ext>
            </a:extLst>
          </p:cNvPr>
          <p:cNvSpPr txBox="1"/>
          <p:nvPr/>
        </p:nvSpPr>
        <p:spPr>
          <a:xfrm>
            <a:off x="5234480" y="2981741"/>
            <a:ext cx="72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BE37A2E-6DA9-76C0-9248-6B0426776AD0}"/>
              </a:ext>
            </a:extLst>
          </p:cNvPr>
          <p:cNvGrpSpPr/>
          <p:nvPr/>
        </p:nvGrpSpPr>
        <p:grpSpPr>
          <a:xfrm>
            <a:off x="1036007" y="1798320"/>
            <a:ext cx="8392160" cy="4180840"/>
            <a:chOff x="1036007" y="1798320"/>
            <a:chExt cx="8392160" cy="418084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174AD9A-2250-C34E-2F3E-61919D13147D}"/>
                </a:ext>
              </a:extLst>
            </p:cNvPr>
            <p:cNvGrpSpPr/>
            <p:nvPr/>
          </p:nvGrpSpPr>
          <p:grpSpPr>
            <a:xfrm>
              <a:off x="1036007" y="1798320"/>
              <a:ext cx="8392160" cy="4180840"/>
              <a:chOff x="1036007" y="1798320"/>
              <a:chExt cx="8392160" cy="418084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D3F79DD-E2AD-93FB-34B4-47BFCAF9FBB3}"/>
                  </a:ext>
                </a:extLst>
              </p:cNvPr>
              <p:cNvGrpSpPr/>
              <p:nvPr/>
            </p:nvGrpSpPr>
            <p:grpSpPr>
              <a:xfrm>
                <a:off x="1036007" y="1798320"/>
                <a:ext cx="8392160" cy="4180840"/>
                <a:chOff x="1036007" y="1798320"/>
                <a:chExt cx="8392160" cy="4180840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E8E588F0-CC52-38B7-624D-D0904469C5CF}"/>
                    </a:ext>
                  </a:extLst>
                </p:cNvPr>
                <p:cNvGrpSpPr/>
                <p:nvPr/>
              </p:nvGrpSpPr>
              <p:grpSpPr>
                <a:xfrm>
                  <a:off x="1036007" y="1798320"/>
                  <a:ext cx="8392160" cy="4180840"/>
                  <a:chOff x="1036007" y="1798320"/>
                  <a:chExt cx="8392160" cy="4180840"/>
                </a:xfrm>
              </p:grpSpPr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6EC3B417-96B5-0698-A9C4-DE45B53A7771}"/>
                      </a:ext>
                    </a:extLst>
                  </p:cNvPr>
                  <p:cNvGrpSpPr/>
                  <p:nvPr/>
                </p:nvGrpSpPr>
                <p:grpSpPr>
                  <a:xfrm>
                    <a:off x="1036007" y="1798320"/>
                    <a:ext cx="8392160" cy="4180840"/>
                    <a:chOff x="1036007" y="1798320"/>
                    <a:chExt cx="8392160" cy="4180840"/>
                  </a:xfrm>
                </p:grpSpPr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28D2D212-3A22-CD0F-57AE-B3062C283A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6007" y="1798320"/>
                      <a:ext cx="8392160" cy="4180840"/>
                      <a:chOff x="1036007" y="1798320"/>
                      <a:chExt cx="8392160" cy="4180840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83893702-E3B3-99B7-A683-5EA711E7571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36007" y="1798320"/>
                        <a:ext cx="8392160" cy="4180840"/>
                        <a:chOff x="1036007" y="1798320"/>
                        <a:chExt cx="8392160" cy="4180840"/>
                      </a:xfrm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17BFB4A3-7A62-6A47-295B-319666BC3C4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36007" y="1798320"/>
                          <a:ext cx="8392160" cy="4180840"/>
                          <a:chOff x="873760" y="1747520"/>
                          <a:chExt cx="8392160" cy="4180840"/>
                        </a:xfrm>
                      </p:grpSpPr>
                      <p:cxnSp>
                        <p:nvCxnSpPr>
                          <p:cNvPr id="22" name="Straight Arrow Connector 21">
                            <a:extLst>
                              <a:ext uri="{FF2B5EF4-FFF2-40B4-BE49-F238E27FC236}">
                                <a16:creationId xmlns:a16="http://schemas.microsoft.com/office/drawing/2014/main" id="{3DF8EFA3-E2AB-FAB5-52FC-470D7598B60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 flipV="1">
                            <a:off x="3309724" y="4159569"/>
                            <a:ext cx="1564991" cy="1244945"/>
                          </a:xfrm>
                          <a:prstGeom prst="straightConnector1">
                            <a:avLst/>
                          </a:prstGeom>
                          <a:ln>
                            <a:tailEnd type="triangle"/>
                          </a:ln>
                          <a:effectLst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23" name="Group 22">
                            <a:extLst>
                              <a:ext uri="{FF2B5EF4-FFF2-40B4-BE49-F238E27FC236}">
                                <a16:creationId xmlns:a16="http://schemas.microsoft.com/office/drawing/2014/main" id="{09829212-803E-E570-E35E-2A9904F4F58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873760" y="1747520"/>
                            <a:ext cx="8392160" cy="4180840"/>
                            <a:chOff x="873760" y="1747520"/>
                            <a:chExt cx="8392160" cy="4180840"/>
                          </a:xfrm>
                        </p:grpSpPr>
                        <p:grpSp>
                          <p:nvGrpSpPr>
                            <p:cNvPr id="24" name="Group 23">
                              <a:extLst>
                                <a:ext uri="{FF2B5EF4-FFF2-40B4-BE49-F238E27FC236}">
                                  <a16:creationId xmlns:a16="http://schemas.microsoft.com/office/drawing/2014/main" id="{4236935E-6518-8EC2-6AB2-7B23F3B5796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873760" y="1747520"/>
                              <a:ext cx="8392160" cy="4180840"/>
                              <a:chOff x="741680" y="685800"/>
                              <a:chExt cx="9763760" cy="4846320"/>
                            </a:xfrm>
                          </p:grpSpPr>
                          <p:grpSp>
                            <p:nvGrpSpPr>
                              <p:cNvPr id="26" name="Group 25">
                                <a:extLst>
                                  <a:ext uri="{FF2B5EF4-FFF2-40B4-BE49-F238E27FC236}">
                                    <a16:creationId xmlns:a16="http://schemas.microsoft.com/office/drawing/2014/main" id="{24E451AB-781C-1D5F-8CEF-D8AFC712D55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41680" y="685800"/>
                                <a:ext cx="9763760" cy="4846320"/>
                                <a:chOff x="741680" y="685800"/>
                                <a:chExt cx="9763760" cy="4846320"/>
                              </a:xfrm>
                            </p:grpSpPr>
                            <p:grpSp>
                              <p:nvGrpSpPr>
                                <p:cNvPr id="28" name="Group 27">
                                  <a:extLst>
                                    <a:ext uri="{FF2B5EF4-FFF2-40B4-BE49-F238E27FC236}">
                                      <a16:creationId xmlns:a16="http://schemas.microsoft.com/office/drawing/2014/main" id="{23A93564-25E8-8E41-0AB7-A3ED36C83436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41680" y="685800"/>
                                  <a:ext cx="9763760" cy="4846320"/>
                                  <a:chOff x="741680" y="685800"/>
                                  <a:chExt cx="9763760" cy="4846320"/>
                                </a:xfrm>
                              </p:grpSpPr>
                              <p:grpSp>
                                <p:nvGrpSpPr>
                                  <p:cNvPr id="30" name="Group 29">
                                    <a:extLst>
                                      <a:ext uri="{FF2B5EF4-FFF2-40B4-BE49-F238E27FC236}">
                                        <a16:creationId xmlns:a16="http://schemas.microsoft.com/office/drawing/2014/main" id="{765EB085-3FBA-3FC2-EDB6-1FC997EB6AEE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41680" y="685800"/>
                                    <a:ext cx="9763760" cy="4846320"/>
                                    <a:chOff x="741680" y="685800"/>
                                    <a:chExt cx="9763760" cy="4846320"/>
                                  </a:xfrm>
                                </p:grpSpPr>
                                <p:grpSp>
                                  <p:nvGrpSpPr>
                                    <p:cNvPr id="32" name="Group 31">
                                      <a:extLst>
                                        <a:ext uri="{FF2B5EF4-FFF2-40B4-BE49-F238E27FC236}">
                                          <a16:creationId xmlns:a16="http://schemas.microsoft.com/office/drawing/2014/main" id="{75FB098C-D1DD-BD11-ECDA-44A80D596F2B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741680" y="685800"/>
                                      <a:ext cx="9763760" cy="4846320"/>
                                      <a:chOff x="741680" y="685800"/>
                                      <a:chExt cx="9763760" cy="4846320"/>
                                    </a:xfrm>
                                  </p:grpSpPr>
                                  <p:grpSp>
                                    <p:nvGrpSpPr>
                                      <p:cNvPr id="34" name="Group 3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632E4E86-DF7E-2D8F-77F9-6CA897A7CA9E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741680" y="685800"/>
                                        <a:ext cx="9763760" cy="4846320"/>
                                        <a:chOff x="741680" y="685800"/>
                                        <a:chExt cx="9763760" cy="4846320"/>
                                      </a:xfrm>
                                    </p:grpSpPr>
                                    <p:grpSp>
                                      <p:nvGrpSpPr>
                                        <p:cNvPr id="36" name="Group 35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AC7C145-E4A1-AB10-4486-E7F7B5C1A65F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741680" y="685800"/>
                                          <a:ext cx="9763760" cy="4846320"/>
                                          <a:chOff x="741680" y="685800"/>
                                          <a:chExt cx="9763760" cy="4846320"/>
                                        </a:xfrm>
                                      </p:grpSpPr>
                                      <p:grpSp>
                                        <p:nvGrpSpPr>
                                          <p:cNvPr id="38" name="Group 3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A038466D-D8C8-2F7A-616A-AAD273B8368C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741680" y="685800"/>
                                            <a:ext cx="9763760" cy="4846320"/>
                                            <a:chOff x="741680" y="685800"/>
                                            <a:chExt cx="9763760" cy="4846320"/>
                                          </a:xfrm>
                                        </p:grpSpPr>
                                        <p:grpSp>
                                          <p:nvGrpSpPr>
                                            <p:cNvPr id="40" name="Group 39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9E54C188-D72A-F0BD-672B-DE6312E09548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741680" y="685800"/>
                                              <a:ext cx="9763760" cy="4846320"/>
                                              <a:chOff x="741680" y="685800"/>
                                              <a:chExt cx="9763760" cy="4846320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42" name="Group 4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C8F42AEE-9B12-3F1B-600D-5AC8D0B9AA86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741680" y="685800"/>
                                                <a:ext cx="9763760" cy="4846320"/>
                                                <a:chOff x="741680" y="685800"/>
                                                <a:chExt cx="9763760" cy="4846320"/>
                                              </a:xfrm>
                                            </p:grpSpPr>
                                            <p:sp>
                                              <p:nvSpPr>
                                                <p:cNvPr id="96" name="Oval 95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088A869D-3794-0FD0-D45E-5D2E08616774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7416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6"/>
                                                </a:lnRef>
                                                <a:fillRef idx="2">
                                                  <a:schemeClr val="accent6"/>
                                                </a:fillRef>
                                                <a:effectRef idx="1">
                                                  <a:schemeClr val="accent6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s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97" name="Oval 9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4BD56B9-461F-F265-6093-ED74F80ED8AA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92608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1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99" name="Oval 98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2BB357B4-8BE7-7F3B-1339-F0F92A1612F5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68580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3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0" name="Oval 99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C8E9F67D-733D-FA80-4D73-42B7524206A7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487172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2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1" name="Oval 100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8BF04331-E53C-6CEA-5861-90E33B88B9CB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524256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6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2" name="Oval 10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2AE0EF45-B3E9-6C71-FC38-554FB3184BE0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8026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5"/>
                                                </a:lnRef>
                                                <a:fillRef idx="2">
                                                  <a:schemeClr val="accent5"/>
                                                </a:fillRef>
                                                <a:effectRef idx="1">
                                                  <a:schemeClr val="accent5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4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05" name="Oval 10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8A032A65-7B98-4ECE-4FB8-543F1961C7A9}"/>
                                                    </a:ext>
                                                  </a:extLst>
                                                </p:cNvPr>
                                                <p:cNvSpPr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9804400" y="2961640"/>
                                                  <a:ext cx="701040" cy="660400"/>
                                                </a:xfrm>
                                                <a:prstGeom prst="ellipse">
                                                  <a:avLst/>
                                                </a:prstGeom>
                                              </p:spPr>
                                              <p:style>
                                                <a:lnRef idx="1">
                                                  <a:schemeClr val="accent6"/>
                                                </a:lnRef>
                                                <a:fillRef idx="2">
                                                  <a:schemeClr val="accent6"/>
                                                </a:fillRef>
                                                <a:effectRef idx="1">
                                                  <a:schemeClr val="accent6"/>
                                                </a:effectRef>
                                                <a:fontRef idx="minor">
                                                  <a:schemeClr val="dk1"/>
                                                </a:fontRef>
                                              </p:style>
                                              <p:txBody>
                                                <a:bodyPr rtlCol="0" anchor="ctr"/>
                                                <a:lstStyle/>
                                                <a:p>
                                                  <a:pPr algn="ctr"/>
                                                  <a:r>
                                                    <a:rPr lang="en-US" sz="2800" b="1" dirty="0"/>
                                                    <a:t>t</a:t>
                                                  </a:r>
                                                  <a:endParaRPr lang="en-US" b="1" dirty="0"/>
                                                </a:p>
                                              </p:txBody>
                                            </p:sp>
                                          </p:grpSp>
                                          <p:cxnSp>
                                            <p:nvCxnSpPr>
                                              <p:cNvPr id="60" name="Straight Arrow Connector 59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FA300695-0431-F755-1C01-F35A1F8B2D28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97" idx="2"/>
                                                <a:endCxn id="96" idx="6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1442720" y="3291839"/>
                                                <a:ext cx="1483359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63" name="Straight Arrow Connector 6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D12F8C0E-3DEB-4CB5-4CA6-D04DD6CD1B14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99" idx="3"/>
                                                <a:endCxn id="97" idx="7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H="1">
                                                <a:off x="3524454" y="1249486"/>
                                                <a:ext cx="1820770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82" name="Straight Arrow Connector 8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65762871-E783-B9DA-4338-D3BAF41FDEC9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533978" y="1346200"/>
                                                <a:ext cx="0" cy="161544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1" name="Straight Arrow Connector 9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7372772-3D49-AC8C-AD26-0C7829F3A1CF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526590" y="3622040"/>
                                                <a:ext cx="0" cy="124968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2" name="Straight Arrow Connector 91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FB3D729-2123-2A3A-FA64-46CCFA413257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3491844" y="3578497"/>
                                                <a:ext cx="1820770" cy="144310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3" name="Straight Arrow Connector 9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02785E7B-9342-F243-4C24-28944E5E7690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99" idx="5"/>
                                                <a:endCxn id="102" idx="1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5840934" y="1249486"/>
                                                <a:ext cx="2288131" cy="1808866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4" name="Straight Arrow Connector 9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FBDD660-F205-943A-627F-CC86A287555A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  <a:stCxn id="100" idx="7"/>
                                                <a:endCxn id="102" idx="3"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 flipV="1">
                                                <a:off x="5840934" y="3525326"/>
                                                <a:ext cx="2288131" cy="1443108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  <p:cxnSp>
                                            <p:nvCxnSpPr>
                                              <p:cNvPr id="95" name="Straight Arrow Connector 94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E589F59C-42BA-FBD2-88D8-D42B480BFE1B}"/>
                                                  </a:ext>
                                                </a:extLst>
                                              </p:cNvPr>
                                              <p:cNvCxnSpPr>
                                                <a:cxnSpLocks/>
                                              </p:cNvCxnSpPr>
                                              <p:nvPr/>
                                            </p:nvCxnSpPr>
                                            <p:spPr>
                                              <a:xfrm>
                                                <a:off x="8727440" y="3380171"/>
                                                <a:ext cx="1076960" cy="0"/>
                                              </a:xfrm>
                                              <a:prstGeom prst="straightConnector1">
                                                <a:avLst/>
                                              </a:prstGeom>
                                              <a:ln>
                                                <a:tailEnd type="triangle"/>
                                              </a:ln>
                                              <a:effectLst/>
                                            </p:spPr>
                                            <p:style>
                                              <a:lnRef idx="1">
                                                <a:schemeClr val="accent1"/>
                                              </a:lnRef>
                                              <a:fillRef idx="0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tx1"/>
                                              </a:fontRef>
                                            </p:style>
                                          </p:cxnSp>
                                        </p:grpSp>
                                        <p:sp>
                                          <p:nvSpPr>
                                            <p:cNvPr id="41" name="TextBox 40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194E5C68-D173-44F9-CF32-A0D1984C8035}"/>
                                                </a:ext>
                                              </a:extLst>
                                            </p:cNvPr>
                                            <p:cNvSpPr txBox="1"/>
                                            <p:nvPr/>
                                          </p:nvSpPr>
                                          <p:spPr>
                                            <a:xfrm>
                                              <a:off x="1968861" y="2844838"/>
                                              <a:ext cx="872695" cy="428120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noFill/>
                                          </p:spPr>
                                          <p:txBody>
                                            <a:bodyPr wrap="square" rtlCol="0">
                                              <a:spAutoFit/>
                                            </a:bodyPr>
                                            <a:lstStyle/>
                                            <a:p>
                                              <a:r>
                                                <a:rPr lang="en-US" b="1" dirty="0"/>
                                                <a:t>-1</a:t>
                                              </a:r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39" name="TextBox 38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80116CAC-2513-33F2-447A-A60DA42CF5C8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3963412" y="4179227"/>
                                            <a:ext cx="701041" cy="428120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</p:spPr>
                                        <p:txBody>
                                          <a:bodyPr wrap="square" rtlCol="0">
                                            <a:spAutoFit/>
                                          </a:bodyPr>
                                          <a:lstStyle/>
                                          <a:p>
                                            <a:r>
                                              <a:rPr lang="en-US" b="1" dirty="0"/>
                                              <a:t>1</a:t>
                                            </a:r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37" name="TextBox 3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1C954022-18AD-C6E6-904D-53A7CC8DF5F8}"/>
                                            </a:ext>
                                          </a:extLst>
                                        </p:cNvPr>
                                        <p:cNvSpPr txBox="1"/>
                                        <p:nvPr/>
                                      </p:nvSpPr>
                                      <p:spPr>
                                        <a:xfrm>
                                          <a:off x="4009376" y="1677695"/>
                                          <a:ext cx="938735" cy="428120"/>
                                        </a:xfrm>
                                        <a:prstGeom prst="rect">
                                          <a:avLst/>
                                        </a:prstGeom>
                                        <a:noFill/>
                                      </p:spPr>
                                      <p:txBody>
                                        <a:bodyPr wrap="square" rtlCol="0">
                                          <a:spAutoFit/>
                                        </a:bodyPr>
                                        <a:lstStyle/>
                                        <a:p>
                                          <a:r>
                                            <a:rPr lang="en-US" b="1" dirty="0"/>
                                            <a:t>-1</a:t>
                                          </a:r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35" name="TextBox 3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357ADCDA-E4A3-E76D-19AB-246E40C4058C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5111881" y="2202527"/>
                                        <a:ext cx="844193" cy="428120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b="1" dirty="0"/>
                                          <a:t>1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33" name="TextBox 32">
                                      <a:extLst>
                                        <a:ext uri="{FF2B5EF4-FFF2-40B4-BE49-F238E27FC236}">
                                          <a16:creationId xmlns:a16="http://schemas.microsoft.com/office/drawing/2014/main" id="{DFA302FB-A837-78D8-A31C-45E867FF6EBB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7045944" y="1880655"/>
                                      <a:ext cx="728824" cy="428120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n-US" b="1" dirty="0"/>
                                        <a:t>3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31" name="TextBox 30">
                                    <a:extLst>
                                      <a:ext uri="{FF2B5EF4-FFF2-40B4-BE49-F238E27FC236}">
                                        <a16:creationId xmlns:a16="http://schemas.microsoft.com/office/drawing/2014/main" id="{A07D1E4E-9D55-ACB3-320B-B0B712570D51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5169347" y="3838772"/>
                                    <a:ext cx="832470" cy="42812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b="1" dirty="0"/>
                                      <a:t>1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29" name="TextBox 28">
                                  <a:extLst>
                                    <a:ext uri="{FF2B5EF4-FFF2-40B4-BE49-F238E27FC236}">
                                      <a16:creationId xmlns:a16="http://schemas.microsoft.com/office/drawing/2014/main" id="{052981CA-EE4C-B6F6-4A67-0FA020C79039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6939924" y="4203337"/>
                                  <a:ext cx="834844" cy="428120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n-US" b="1" dirty="0"/>
                                    <a:t>4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27" name="TextBox 26">
                                <a:extLst>
                                  <a:ext uri="{FF2B5EF4-FFF2-40B4-BE49-F238E27FC236}">
                                    <a16:creationId xmlns:a16="http://schemas.microsoft.com/office/drawing/2014/main" id="{0F9BE329-B293-8B80-7C85-215CD06D3750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9050202" y="3380171"/>
                                <a:ext cx="701040" cy="428120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b="1" dirty="0"/>
                                  <a:t>1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25" name="TextBox 24">
                              <a:extLst>
                                <a:ext uri="{FF2B5EF4-FFF2-40B4-BE49-F238E27FC236}">
                                  <a16:creationId xmlns:a16="http://schemas.microsoft.com/office/drawing/2014/main" id="{683EAFA9-EA91-3290-FB27-0FFC849643CF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642907" y="4211289"/>
                              <a:ext cx="647789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b="1" dirty="0"/>
                                <a:t>-1</a:t>
                              </a:r>
                            </a:p>
                          </p:txBody>
                        </p:sp>
                      </p:grpSp>
                    </p:grpSp>
                    <p:cxnSp>
                      <p:nvCxnSpPr>
                        <p:cNvPr id="21" name="Straight Arrow Connector 20">
                          <a:extLst>
                            <a:ext uri="{FF2B5EF4-FFF2-40B4-BE49-F238E27FC236}">
                              <a16:creationId xmlns:a16="http://schemas.microsoft.com/office/drawing/2014/main" id="{7C4DF265-F5E8-5498-D1DC-8F0AD31AA556}"/>
                            </a:ext>
                          </a:extLst>
                        </p:cNvPr>
                        <p:cNvCxnSpPr>
                          <a:cxnSpLocks/>
                          <a:endCxn id="102" idx="6"/>
                        </p:cNvCxnSpPr>
                        <p:nvPr/>
                      </p:nvCxnSpPr>
                      <p:spPr>
                        <a:xfrm flipH="1">
                          <a:off x="7899938" y="4046507"/>
                          <a:ext cx="925670" cy="0"/>
                        </a:xfrm>
                        <a:prstGeom prst="straightConnector1">
                          <a:avLst/>
                        </a:prstGeom>
                        <a:ln>
                          <a:tailEnd type="triangle"/>
                        </a:ln>
                        <a:effectLst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19" name="TextBox 18">
                        <a:extLst>
                          <a:ext uri="{FF2B5EF4-FFF2-40B4-BE49-F238E27FC236}">
                            <a16:creationId xmlns:a16="http://schemas.microsoft.com/office/drawing/2014/main" id="{9F9A2394-5EE7-0F70-2431-238A79E4C7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117681" y="3691998"/>
                        <a:ext cx="853228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b="1" dirty="0"/>
                          <a:t>-1</a:t>
                        </a:r>
                      </a:p>
                    </p:txBody>
                  </p:sp>
                </p:grpSp>
                <p:cxnSp>
                  <p:nvCxnSpPr>
                    <p:cNvPr id="17" name="Straight Arrow Connector 16">
                      <a:extLst>
                        <a:ext uri="{FF2B5EF4-FFF2-40B4-BE49-F238E27FC236}">
                          <a16:creationId xmlns:a16="http://schemas.microsoft.com/office/drawing/2014/main" id="{96DAA486-8D02-D165-258C-816FCEA87D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237639" y="4331365"/>
                      <a:ext cx="0" cy="1078079"/>
                    </a:xfrm>
                    <a:prstGeom prst="straightConnector1">
                      <a:avLst/>
                    </a:prstGeom>
                    <a:ln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EE676F5-E92A-A4A0-408C-4C0C19FB21F5}"/>
                      </a:ext>
                    </a:extLst>
                  </p:cNvPr>
                  <p:cNvSpPr txBox="1"/>
                  <p:nvPr/>
                </p:nvSpPr>
                <p:spPr>
                  <a:xfrm>
                    <a:off x="5186845" y="4731608"/>
                    <a:ext cx="71552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1" dirty="0"/>
                      <a:t>-1</a:t>
                    </a:r>
                  </a:p>
                </p:txBody>
              </p:sp>
            </p:grp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5440F58F-CF9F-9C0D-D604-BE920CF8DF6E}"/>
                    </a:ext>
                  </a:extLst>
                </p:cNvPr>
                <p:cNvCxnSpPr>
                  <a:cxnSpLocks/>
                  <a:stCxn id="102" idx="2"/>
                  <a:endCxn id="101" idx="6"/>
                </p:cNvCxnSpPr>
                <p:nvPr/>
              </p:nvCxnSpPr>
              <p:spPr>
                <a:xfrm flipH="1">
                  <a:off x="5507168" y="4046507"/>
                  <a:ext cx="1790211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BB8B77-1577-7810-B708-6681D26FF25B}"/>
                  </a:ext>
                </a:extLst>
              </p:cNvPr>
              <p:cNvSpPr txBox="1"/>
              <p:nvPr/>
            </p:nvSpPr>
            <p:spPr>
              <a:xfrm>
                <a:off x="6094119" y="3718891"/>
                <a:ext cx="9780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-1</a:t>
                </a: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CD2AC0C-DCD8-85E8-6F9B-C6FA0DE6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3989" y="2368036"/>
              <a:ext cx="0" cy="13936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757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1018</Words>
  <Application>Microsoft Office PowerPoint</Application>
  <PresentationFormat>Widescreen</PresentationFormat>
  <Paragraphs>253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Ofir Kabiri</dc:creator>
  <cp:lastModifiedBy>Ofir Kabiri</cp:lastModifiedBy>
  <cp:revision>1</cp:revision>
  <dcterms:created xsi:type="dcterms:W3CDTF">2025-12-17T16:29:17Z</dcterms:created>
  <dcterms:modified xsi:type="dcterms:W3CDTF">2025-12-17T17:39:00Z</dcterms:modified>
</cp:coreProperties>
</file>